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Честно: трансформаторы ждут 128–160 недель независимо от нас — продукт упрётся в склад железа, поэтому этап 2 — резерв производственных слотов. Конкуренты в e-house: ABB, Siemens, Hitachi.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Модульные подстанции и e-house существуют (ABB, Siemens, Hitachi Energy) — новизна не в контейнере, а в типовом пакете для сети + ИИ-конфигураторе + резерве длинных позиций.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Типоразмеры и сроки на экране — допущения; «90 дней» — сборка на месте при наличии оборудования, не срок от заявки.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«90 дней» — сборка на месте при наличии оборудования. Не обещать срок от заявки.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узла — не называть до этапа 2; «фиксированная цена и срок» — обещание продукта, не наше сегодня.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Честный ответ на «вы делали подстанции?» — нет; первый найм — инженер с лицензией, производитель — партнёр.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узел — S, потому что трансформатор 25 МВА доступнее 80 МВА; узел M упирается в слоты.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УЗЕЛ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за 90 дней, а не за 3 года.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Стандартный модульный энергоузел трёх размеров, который ИИ подбирает под площадку и который собирается на месте за 90 дней. Как Megapack — только для подключения.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 Мы делаем для неё стандартную скважину.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· прототип за 10 млн $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И ПОЧЕМУ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мире, где всё стандартизировано, подстанция всё ещё штучный проект: каждую проектируют с нуля, согласовывают с нуля и ждут под неё железо с нуля.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новый дата-центр в США; в очереди — 2061 ГВт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160+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недель ожидания трансформатора — самая длинная позиция любой подстанции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сети, не могут найти инженеров — и каждая подстанция требует их заново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года на подстанцию складываются из трёх очередей: на инженера, на согласование с сетью и на трансформатор. Стандартный узел убирает первые две и позволяет заранее встать в третью.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1663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Saudi Electricity вводит ~100 подстанций в год, National Grid — 130 до 2031; спрос дата-центров на электричество удваивается к 2030. Когда объектов сотни, штучный проект — роскошь. Накопители уже стали продуктом (Megapack); подстанция — следующая.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Энергоузел S / M / L: типовой проект, типовая спецификация, типовой пакет для сети — ИИ подбирает под площадку и нормы.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8</a:t>
            </a:r>
            <a:endParaRPr lang="en-US" sz="900" dirty="0"/>
          </a:p>
        </p:txBody>
      </p:sp>
      <p:pic>
        <p:nvPicPr>
          <p:cNvPr id="7" name="Image 0" descr="_product/modu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949440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591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Нагрузка, точка сети, срок и участок — ИИ выбирает типоразмер, адаптирует типовой пакет под нормы конкретной сети и проверяет наличие длинных позиций.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3832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типоразмера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307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— 33/11 кВ до 25 МВт; M — 132/33 кВ до 150 МВт; L — 380/132 кВ до 500 МВт. Контейнеры, e-house, типовая спецификация.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Склад длинных позиций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023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Трансформаторы и КРУЭ резервируются под типоразмеры заранее — в производственных слотах партнёров, не в проектах.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схема и данные условные.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проектируем один раз, согласовываем как тип, собираем как продукт.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проект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узла, спроектированные один раз под нормы первой сетевой компании; ИИ адаптирует под каждую следующую сеть.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площадку: типоразмер, привязка, пакет для сети — за две недели вместо месяцев.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Слоты на железо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трансформаторов и КРУЭ у производителей под типоразмеры; клиент встаёт в очередь, которая уже занята для него.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 за 90 дней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Партнёр-производитель собирает контейнеры; на площадке — монтаж, приёмка, подпись инженера.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агенты адаптации типового проекта под нормы сети, проверки, спецификации; память хранит нормы сетей и наличие длинных позиций у производителей. Контейнеры и e-house — у партнёра-производителя.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границах: мы не завод. Трансформаторы ждут 128–160 недель независимо от нас — узел быстр только если железо зарезервировано заранее; это капитал этапа 2. Конкуренты в модульных подстанциях есть (ABB, Siemens, Hitachi) — наша разница в типовом пакете для сети и конфигураторе.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Платят те, кому нужна подстанция как товар, а не как проект: девелоперы, сетевые компании с программами, подрядчики.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Дата-центры, станции, накопители: узел под ключ за фиксированную цену и срок — вместо проекта с нуля.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Сетевые компании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Типовые узлы для программ на сотни подстанций: ~100 в год у Saudi Electricity, 130 до 2031 у National Grid.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Подрядчики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пакет и спецификация вместо инженерных часов, которых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Рынок: только в Саудовской Аравии — 15 млрд $ контрактов на сети и подстанции за год; проектирование — порядка 450 млн $ из них. Спрос дата-центров на электричество удваивается к 2030.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первым — строят сотнями, инженеров не хватает, туда пускают команду из России; производитель контейнеров — партнёр в регионе.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— допущения до пилотов. Источники — на последнем слайде.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команда и полигон есть. Типовых проектов и производителя-партнёра нет — на них и идёт первый транш.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подключения. Партнёрская сеть — полигон для согласования первого типового узла.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сети переходят к программам на сотни подстанций; трансформаторы стали самой длинной позицией стройки, и тот, кто резервирует слоты под типоразмеры, продаёт время; гиганты только начали нанимать менеджеров по ИИ (Black &amp; Veatch, август 2026).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 — тем же методом будем проверять каждый шаг прототипа.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млн $ на прототип за 18 месяцев — три типовых проекта, конфигуратор, первый собранный узел.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МЕС · 1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Типовые проекты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типоразмера под нормы первой сети; конфигуратор; первое согласование типа с сетевой компанией на полигоне.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ДО 12 МЕС · 3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 и слоты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Партнёр-производитель контейнеров; резерв слотов на трансформаторы под узел M; первый заказ на узел 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ДО 18 МЕС · 6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узел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Опытный узел S на полигоне партнёра: сборка за 90 дней, приёмка, подпись; вторая сеть.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(следующий раунд, ориентир 20–30 млн $): капитал на резерв длинных позиций и серия узлов; инженерные фирмы с конфигуратором внутри — партнёрство или покупка. Малые фирмы стоят 5–7 годовых прибылей; 445 тыс. $ за инженера (WSP → POWER) платят за масштаб, не за ИИ.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компании; условия обсуждаем отдельно. Следующий шаг — демонстрация концепта и договорённость о первом транше.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064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после первого транша — типовой узел, который сетевая компания согласовала как тип. Если нет, вы узнаете это первым.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 Трансформаторы 128–160 недель — Data Center Knowledge,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(3%, доля инжиниринга по MISO). 1343 подстанции, ~100 в год — отчётность Saudi Electricity. 30% местных инженеров — HRSD КСА № 103105.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 (группа на 4000 человек); малые фирмы 5,4–7,5× EBITDA — ROG Partners, см. engineering-rollup-passport.md. Спрос дата-центров 415 → 950 ТВт·ч — IEA.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 Цены, сроки и конфигурации прототипа — допущения.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Grid — 130 подстанций до 2031, 8 млрд £. Модульные подстанции / e-house — ABB, Siemens, Hitachi Energy (публичные продуктовые линейки). Типоразмеры, «90 дней», наличие слотов — допущения.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2026-09-02T22:08:30Z</dcterms:created>
  <dcterms:modified xsi:type="dcterms:W3CDTF">2026-09-02T22:08:30Z</dcterms:modified>
</cp:coreProperties>
</file>