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Панч титула: электричество — новая нефть эпохи ИИ; мы строим тех, кто её добывает. Если спросят «вы добываете электричество?» — «мы делаем тех, без кого его не подключить».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LBNL Queued Up 2026: медиана 61 месяц, 2061 ГВт в очереди. DOE USEER 2025: 89% работодателей T&amp;D-строительства не могут нанять. Не говорить «10% мирового прироста» без слова «менее».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«Вдвое» — цель, не факт. Если спросят «уже делаете?» — «измеряем на первых пилотах, это и есть первый шаг». King Slide — производитель рейлов для серверов, Тайвань.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Стадия строительства меньше проекта (0,5–2% CAPEX против 3–6% у инжиниринга) — не говорить «стройка приносит столько же». Роботы — опцион, выручка в модели раунда не заложена; не Индия, не США.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продаж: сначала субподряд у 1–2 праймов (проверенная форма гипотезы), потом прямые контракты. Гиперскейлеров по имени не называть.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Финмодель: консервативный сценарий (×1,2) убыточен — это критерий остановки; порог ×1,5 на измеренном потоке. Цена покупки фирмы 0,8–1,2× выручки — допущение.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450 млн $ — оценка из двух чисел, говорить «порядок, а не измерение». 445 тыс. $ за инженера — цена американской сделки, не наш мультипликатор на выходе. Мировой TAM не считаем — вместо него сделки-аналоги.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Годы 2–5 — цели, не прогноз. Не называть выручку года 5 как «будет». Если спросят «когда тысяча?» — «после того, как пять фирм покажут одно ядро и одну маржу; дату не называем».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Никаких «у нас есть доступ к данным российских сетей». Партнёрская сеть — полигон в отдельном контуре, и всё. Никакого майнинга партнёра до санкционного скрининга.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Потребность по финмодели ~21 млн $ против 30 — остальное запас на дороже купленные фирмы или третий рынок; честнее сказать самому. Не брать 30 сразу — транши защищают обе стороны.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строим тех, кто её добывает.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Инженерная компания с искусственным интеллектом внутри — для подключения мегаватт там, где строится следующее десятилетие: Залив и Индия.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РАУНД 30 МЛН $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ПРОБЛЕМА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строит искусственный интеллект — и упирается в розетку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1600200"/>
          </a:xfrm>
          <a:prstGeom prst="roundRect">
            <a:avLst>
              <a:gd name="adj" fmla="val 1028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 ждёт подключения к сети новый дата-центр в США — медиана 61 месяц от заявки до питания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1600200"/>
          </a:xfrm>
          <a:prstGeom prst="roundRect">
            <a:avLst>
              <a:gd name="adj" fmla="val 1028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6384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3063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гигаватт стоит в очереди на подключение — больше, чем вся действующая генерация страны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2148840"/>
            <a:ext cx="3544824" cy="1600200"/>
          </a:xfrm>
          <a:prstGeom prst="roundRect">
            <a:avLst>
              <a:gd name="adj" fmla="val 1028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9808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3063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электросети, не могут нанять инженеров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Видеокарты покупают за месяцы. Дата-центр строят за два года. Мегаватты ждут пять лет.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Дефицит спустился по стеку — от моделей к чипам, от чипов к электричеству.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Мегаватты не подключаются без подписи инженера. Инженеров нет.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подстанция сначала существует на чертеже с подписью лицензированного инженера — это закон в любой стране. Мегаватты ждут не железа. Они ждут людей.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9788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LBNL, Queued Up: 2026 Edition; DOE USEER 2025; IEEE Spectrum, октябрь 2025 (вакансия инженера у малой фирмы — 6–9 месяцев).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РЕШЕНИЕ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подпись. Ставим искусственный интеллект. Повторяем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ПОКУПАЕМ ПОДПИСЬ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Небольшую инженерную фирму с лицензией и клиентами — там, где строят больше всего. Первая — в Заливе или Индии.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СТАВИМ ИИ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ИИ делает расчёты, чертежи, спецификации и проверку по нормам. Инженер успевает вдвое больше — клиент покупает срок, а не софт.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ПОВТОРЯЕМ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фирма, третья, пятая. Один ИИ на всех, и с каждым проектом он умнее; каждый проект остаётся с группой — как актив и как данные.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богатый человек Тайваня сделал состояние не на дата-центрах, а на рейлах для серверов — скучной обязательной детали, без которой не запускается ни один. Инженерия подключения — та же деталь для мегаватт.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«Вдвое» — цель первого этапа, измеряем на первых пилотах; фирмы того же типа в соседнем сегменте заявляют такой результат (Marengo, YC 2026).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КАК ЭТО РАБОТАЕТ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приносит мегаватты — мы возвращаем пакет с подписью, который проходит сеть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1468" cy="2057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ЗАЯВКА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0528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 дата-центра, солнечного парка или накопителя приходит с площадкой и мощностью.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8708" y="2148840"/>
            <a:ext cx="2601468" cy="2057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ИИ + ИНЖЕНЕР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53028" y="2697480"/>
            <a:ext cx="20528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считает схему, чертит подстанцию и линию, проверяет по нормам сети; инженер правит и решает.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08776" y="2148840"/>
            <a:ext cx="2601468" cy="2057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ПОДПИСЬ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2697480"/>
            <a:ext cx="20528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Лицензированный инженер купленной фирмы ставит печать — без неё сеть пакет не примет.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38844" y="2148840"/>
            <a:ext cx="2601468" cy="20574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СЕТЬ И СТРОЙКА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313164" y="2697480"/>
            <a:ext cx="20528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уходит в сетевую компанию; дальше сопровождение стройки, приёмка — и робот-инспектор на готовой подстанции.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на входе — актив на подписке: инженер, который спроектировал подстанцию, с неё не уходит.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Стадия строительства — ещё 15–35% к проектному гонорару (ACEC-BC, WA OFM); робот-инспектор — опцион годов 3–5, поставщик DEEP Robotics (State Grid, 1000+ подстанций).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ЦЕЛЕВАЯ АУДИТОРИЯ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клиент — каждый, кто стоит в очереди на мегаватты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2743200"/>
          </a:xfrm>
          <a:prstGeom prst="roundRect">
            <a:avLst>
              <a:gd name="adj" fmla="val 6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Девелоперы дата-центров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96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громкий и самый нетерпеливый клиент: месяц простоя стоит дороже любого проектного гонорара. Покупают срок.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996184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Гибкое подключение — категория на 1,05 млрд $ (Emerald AI)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743200"/>
          </a:xfrm>
          <a:prstGeom prst="roundRect">
            <a:avLst>
              <a:gd name="adj" fmla="val 6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и накопители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788920"/>
            <a:ext cx="2996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Солнце, ветер, батареи — основная масса очереди на подключение. Тот же пакет, та же подпись, десятки проектов на одного девелопера.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96384" y="4160520"/>
            <a:ext cx="2996184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6384" y="425196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2061 ГВт в очереди США — в основном они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5488" y="2148840"/>
            <a:ext cx="3544824" cy="2743200"/>
          </a:xfrm>
          <a:prstGeom prst="roundRect">
            <a:avLst>
              <a:gd name="adj" fmla="val 6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9808" y="237744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EPC-праймы и сети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2788920"/>
            <a:ext cx="2996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подрядчики и сети в Заливе и Индии, которым не хватает инженерных часов под свои программы. Покупают мощность нашей группы оптом.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9808" y="4160520"/>
            <a:ext cx="2996184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9808" y="425196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Electricity: около 100 подстанций в год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продажи — через праймов (субподряд под их программы), затем прямые контракты с девелоперами. США и Европа — позже и через партнёров.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БИЗНЕС-МОДЕЛЬ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Продаём часы инженера, которых нет на рынке, — а себе они обходятся вдвое дешевле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1600200"/>
          </a:xfrm>
          <a:prstGeom prst="roundRect">
            <a:avLst>
              <a:gd name="adj" fmla="val 1028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стоимости стройки — инженерный пакет подстанции; для подстанции 345 кВ это 0,5–1,0 млн $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1600200"/>
          </a:xfrm>
          <a:prstGeom prst="roundRect">
            <a:avLst>
              <a:gd name="adj" fmla="val 1028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6384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3063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 $ в год приносит инженер без ИИ; с ИИ в базовом сценарии — 105 тыс. $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2148840"/>
            <a:ext cx="3544824" cy="1600200"/>
          </a:xfrm>
          <a:prstGeom prst="roundRect">
            <a:avLst>
              <a:gd name="adj" fmla="val 1028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9808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3063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базового сценария после интеграции ИИ; при выработке ×2 — выше, при ×1,2 — убыток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Гонорар за проект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как у любой инженерной фирмы, но проектов на инженера вдвое больше. Клиент платит рыночную цену за срок; разница — наша маржа.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слоя дохода: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(сейчас) → сопровождение стройки, +15–35% к гонорару (год 2) → подписка на актив с роботом-инспектором (годы 3–5).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MISO Transmission Cost Estimation Guide (инжиниринг ≈3% CAPEX); выручка на инженера — по офшорным ставкам; финмодель прилагается: три сценария, единственный рычаг — рост выработки.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РЫНОК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людей с чертежами платят миллиарды — уже сейчас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1691640"/>
          </a:xfrm>
          <a:prstGeom prst="roundRect">
            <a:avLst>
              <a:gd name="adj" fmla="val 973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$ контрактов на сети и подстанции за год в Саудовской Аравии — около 450 млн $ инженерных работ ежегодно в одной стране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1691640"/>
          </a:xfrm>
          <a:prstGeom prst="roundRect">
            <a:avLst>
              <a:gd name="adj" fmla="val 973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6384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306324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£ — National Grid на 130 подстанций до 2031; каждую кто-то должен спроектировать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2148840"/>
            <a:ext cx="3544824" cy="1691640"/>
          </a:xfrm>
          <a:prstGeom prst="roundRect">
            <a:avLst>
              <a:gd name="adj" fmla="val 973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9808" y="2377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306324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$ — WSP за POWER Engineers (4000 инженеров); потом ещё 3,3 млрд $ за TRC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 платит за инженера 445 тысяч. Мы покупаем за 70.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там, где инженеры есть и дёшевы; продаём тем, у кого их нет. Разрыв — и есть сделка.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 открылось этим летом.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Соседи стартовали (Marengo, Vela — YC 2026; ThinkLabs — 28 млн $), Black &amp; Veatch 27.08.2026 открыл вакансию менеджера ИИ-программ. В подключении к сети — пусто.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trade.gov (КСА 2025); 450 млн $ — оценка: 3% от 15 млрд $ по доле инжиниринга MISO; National Grid ETP; пресс-релизы WSP, ENR. 445 тыс. $ — цена по американским ставкам, направление рынка, не наш мультипликатор.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ПЛАН РАЗВИТИЯ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года — пять фирм. Первый, кто соберёт группу, станет консолидатором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ГОД 1 · 10 МЛН $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реальном потоке проектов, первые оплаченные работы. Куплена первая фирма на 20–50 инженеров. Часы на проект — вдвое меньше.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ГОДЫ 2–3 · 20 МЛН $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фирм на двух-трёх рынках, 200 инженеров, двадцать миллионов долларов выручки в год. Сопровождение стройки, первые роботы на своих подстанциях.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ГОДЫ 4–5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на 500 инженеров, база из сотен подключений. Тысяча инженеров — четверть POWER Engineers. Выход — стратегу: WSP, Stantec, Cyient.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за день закрыли десять идей и оставили эту — единственную, которую не убить бесплатной фичей гиганта, порталом регулятора или модулем в чужой платформе. Тем же методом будем проверять каждый следующий рынок.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 — цели, не прогноз; ориентиры масштаба — сделки-аналоги категории. Финмодель с рычагами прилагается.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КОМАНДА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Разработчики, метод и полигон. Подпись и клиентов — покупаем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2468880"/>
          </a:xfrm>
          <a:prstGeom prst="roundRect">
            <a:avLst>
              <a:gd name="adj" fmla="val 6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ИИ-команда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Построенный стек: диалоговые агенты с локальным инференсом и долгой памятью; инженеры, доводящие до продакшна.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2996184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делаем сами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468880"/>
          </a:xfrm>
          <a:prstGeom prst="roundRect">
            <a:avLst>
              <a:gd name="adj" fmla="val 6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7889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через опровержение: каждое число — с источником, каждая гипотеза — с критерием смерти. База из 277 верифицированных кейсов ИИ.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96384" y="3886200"/>
            <a:ext cx="2996184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6384" y="397764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Одиннадцать гипотез за день, десять закрыли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5488" y="2148840"/>
            <a:ext cx="3544824" cy="2468880"/>
          </a:xfrm>
          <a:prstGeom prst="roundRect">
            <a:avLst>
              <a:gd name="adj" fmla="val 6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9808" y="237744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Полигон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27889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 с электросетевой компанией — реальный поток проектов подключения для отладки ИИ до выхода на внешние рынки.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9808" y="3886200"/>
            <a:ext cx="2996184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9808" y="397764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контур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9204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у нас нет и что покупаем на ваши деньги: подпись лицензированного инженера и клиентская база на целевом рынке. Купленные инженеры остаются: покупка с отложенной выплатой, ИИ делает их работу легче, а не заменяет.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ПРОСИМ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млн $. Двадцать из них — не в сжигание, а в покупку готовой выручки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МЛН $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реальном потоке, первые оплаченные проекты, выбранная фирма для покупки, международная структура. Шесть месяцев.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7 МЛН $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первой фирмы с подписью, интеграция ИИ, выручка фирмы плюс половина при том же штате. До 15 месяцев.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20 МЛН $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269748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 фирмы на двух-трёх рынках и первый парк роботов. Двадцать миллионов выручки и 200 инженеров к концу третьего года.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шаг — 250 тыс. $ и восемь недель: два пилотных проекта. Если ИИ не даёт вдвое, вы узнаете это первым.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2026-09-02T11:20:36Z</dcterms:created>
  <dcterms:modified xsi:type="dcterms:W3CDTF">2026-09-02T11:20:36Z</dcterms:modified>
</cp:coreProperties>
</file>