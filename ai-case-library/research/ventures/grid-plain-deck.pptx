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фраза — кто мы. «Вдвое» — цель первого этапа, не факт: если спросят «уже делаете?» — «измеряем на первых проектах, это и есть первый шаг».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ожидания 61 месяц, в очереди 2061 ГВт. DOE USEER 2025: 89% работодателей в строительстве сетей испытывают трудности найма. Источники —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Слайд-словарь: снимает три термина один раз, чтобы дальше не объяснять. Если аудитория профильная — пропустить.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«уникальная технология». Аналогия, если спросят «почему не софт»: софт в энергетике раздают бесплатно (Tesla, регуляторы), подпись и клиентов бесплатно не раздашь.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Стадию строительства, приёмку и роботов не грузить сюда — это в приложении «если спросят».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потом прямые контракты. Гиперскейлеров по имени не называть. Число для справки: в очереди США 2061 ГВт — больше действующей генерации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базовый сценарий ×1,5 к выработке, маржа 24%; при ×1,2 — убыток, это критерий остановки. Цена покупки 0,8–1,2× выручки — допущение. Не обещать «вдвое» как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WSP → POWER Engineers 1,78 млрд $ / 4000 сотрудников ≈ 445 тыс. $ за голову — цена по американским ставкам, направление рынка, не наш мультипликатор на выходе. 70 тыс. $ — допущение финмодели (покупка за годовую выручку). Оценка рынка одной страны: ~450 млн $ инжиниринга в год в КСА (3% от 15 млрд $) — говорить как «порядок».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выручку года 5 как «будет». Если спросят «когда тысяча инженеров?» — «после того, как пять фирм покажут одно ядро и одну маржу».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Плейсхолдеры. Заполнить: имена, роли, одна строка опыта. Честно ответить на вопрос «вы когда-нибудь проектировали подстанцию или покупали компанию?» — через блок «кого добавляем первым».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Раскрывать только по вопросу. Роботы — не Индия и не США; академия — требования аккредитации не проверены; данные — права на данные в контрактах с первого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покупаем небольшие инженерные компании, которые проектируют подключение к электросети, и с помощью ИИ делаем их вдвое производительнее.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Таких инженеров не хватает во всём мире — и это главный тормоз для дата-центров и новой энергетики.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37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 Мы строим тех, кто её добывает.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 и электростанции годами ждут подключения к сети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подключения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Мегаватты ждут не железа. Они ждут людей: пока нет проекта с подписью инженера, ничего не строится — ни в США, ни в Заливе, ни в Индии.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СЛОВА, КОТОРЫЕ НУЖНО ЗНАТЬ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 будет всего три специальных слова — вот что они значат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Подключение к сети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 от дата-центра или электростанции до общей сети. Пока её нет, объект стоит — какие бы серверы внутри ни были.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Узел, через который объект подключают к сети. Каждую подстанцию надо спроектировать, построить и принять.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инженера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закону проект подстанции подписывает лицензированный инженер. Без подписи сетевая компания проект не примет.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остальное — обычные слова: компания, клиент, проект, выручка.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инженерную компанию с лицензией — и даём её инженерам искусственный интеллект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всего: Персидский залив, Индия.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Ускоряем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 и чертежи, инженер проверяет и подписывает. Тот же штат делает вдвое больше проектов.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Повторяем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 — и с каждым проектом он становится лучше.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0916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заменяем инженеров — мы делаем так, чтобы их хватало.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978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«Вдвое» — цель первого этапа, проверяем на первых проектах.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приносит площадку — и получает одобренный проект вдвое быстрее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 и чертит подстанцию, инженер проверяет и подписывает.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Одобрение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Сетевая компания принимает проект — можно строить. Клиент получил месяцы, а не бумагу.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платит за срок: месяц простоя готового дата-центра стоит дороже всего проекта. Поэтому он покупает у того, кто делает быстрее, — а не у того, кто дешевле.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КТО ПЛАТИТ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подключение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у них уже куплены серверы. Покупают срок.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хватает инженеров под собственные программы. Покупают наши часы оптом.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09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Начинаем с Персидского залива и Индии: там строят больше всего, туда пускают, и там инженеры дешевле. США и Европа — позже и через партнёров.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Зарабатываем как инженерная фирма — только заметно больше с тех же людей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обычная маржа инженерного бюро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2C3A1C"/>
          </a:solidFill>
          <a:ln w="12700">
            <a:solidFill>
              <a:srgbClr val="2C3A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6634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платит рыночную цену за проект, который получает быстрее. Мы платим тем же инженерам ту же зарплату. Разница между старой и новой выработкой — наша прибыль.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инженеров, которые проектируют сети, уже платят миллиарды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заплатила WSP, мировой инженерный гигант, за компанию из 4000 таких инженеров в 2024 году. Через год — ещё 3,3 млрд $ за следующую.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один год выдала Саудовская Аравия. Там строят, туда пускают, и там не хватает инженеров.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 платит за одного инженера 445 тысяч долларов. Мы покупаем небольшую фирму по цене около 70 тысяч за инженера — там, где инженеры есть и дёшевы.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в цене — и есть сделка.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1 — первая фирма. Год 3 — пять фирм. Потом — продажа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работает на реальных проектах. Куплена первая компания на 20–50 инженеров. Проекты — вдвое быстрее.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инженеров. Покупатель — те, кто уже платит за инженеров миллиарды: WSP, Stantec, Cyient.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0916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Первый, кто соберёт такую группу, станет консолидатором отрасли.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949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[Заголовок: кто мы и почему именно мы]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283464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D6D9D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822960" y="2377440"/>
            <a:ext cx="914400" cy="914400"/>
          </a:xfrm>
          <a:prstGeom prst="ellipse">
            <a:avLst/>
          </a:prstGeom>
          <a:solidFill>
            <a:srgbClr val="E4E6EA"/>
          </a:solidFill>
          <a:ln w="12700">
            <a:solidFill>
              <a:srgbClr val="C9CDD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[фото]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74720"/>
            <a:ext cx="20528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[Имя Фамилия]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9476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[Роль в проекте]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1148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[Одна строка: чем занимался раньше и что делает здесь]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78708" y="2103120"/>
            <a:ext cx="2601468" cy="283464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D6D9D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653028" y="2377440"/>
            <a:ext cx="914400" cy="914400"/>
          </a:xfrm>
          <a:prstGeom prst="ellipse">
            <a:avLst/>
          </a:prstGeom>
          <a:solidFill>
            <a:srgbClr val="E4E6EA"/>
          </a:solidFill>
          <a:ln w="12700">
            <a:solidFill>
              <a:srgbClr val="C9CDD3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3653028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[фото]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653028" y="3474720"/>
            <a:ext cx="20528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[Имя Фамилия]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653028" y="379476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[Роль в проекте]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53028" y="41148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[Одна строка: чем занимался раньше и что делает здесь]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08776" y="2103120"/>
            <a:ext cx="2601468" cy="283464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D6D9DE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483096" y="2377440"/>
            <a:ext cx="914400" cy="914400"/>
          </a:xfrm>
          <a:prstGeom prst="ellipse">
            <a:avLst/>
          </a:prstGeom>
          <a:solidFill>
            <a:srgbClr val="E4E6EA"/>
          </a:solidFill>
          <a:ln w="12700">
            <a:solidFill>
              <a:srgbClr val="C9CDD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483096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[фото]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83096" y="3474720"/>
            <a:ext cx="20528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[Имя Фамилия]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83096" y="379476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[Роль в проекте]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83096" y="41148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[Одна строка: чем занимался раньше и что делает здесь]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38844" y="2103120"/>
            <a:ext cx="2601468" cy="283464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D6D9D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9313164" y="2377440"/>
            <a:ext cx="914400" cy="914400"/>
          </a:xfrm>
          <a:prstGeom prst="ellipse">
            <a:avLst/>
          </a:prstGeom>
          <a:solidFill>
            <a:srgbClr val="E4E6EA"/>
          </a:solidFill>
          <a:ln w="12700">
            <a:solidFill>
              <a:srgbClr val="C9CDD3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9313164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[фото]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313164" y="3474720"/>
            <a:ext cx="20528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[Имя Фамилия]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313164" y="379476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[Роль в проекте]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313164" y="41148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[Одна строка: чем занимался раньше и что делает здесь]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5166360"/>
            <a:ext cx="11091672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9DE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822960" y="516636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[Чего в команде пока нет и кого добавляем первым — например, инженер-партнёр с лицензией на целевом рынке]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$: десять — на ИИ и первую фирму, двадцать — на покупку ещё четырёх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первые оплаченные работы, выбрана фирма для покупки.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ИИ, выручка фирмы плюс половина при том же штате.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приходит 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шаг — 250 тысяч долларов и восемь недель: два пилотных проекта. Если ИИ не даёт вдвое, вы узнаете это первым.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949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Двадцать из тридцати миллионов — не в сжигание, а в покупку готовой выручки.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ЕСЛИ СПРОСЯТ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ещё умеет та же компания — опционы, не обещания раунда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Роботы-инспекторы на подстанциях, которые мы спроектировали. Китайская сетевая компания State Grid покупает 8500 роботов в год; поставщик — DEEP Robotics. Годы 3–5.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78708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3028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653028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Инженер, который проектировал, сопровождает стройку и приёмку: ещё 15–35% к гонорару с того же проекта.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08776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инженеров под квоты: Саудовская Аравия требует 30% граждан на инженерных позициях. Наш ИИ быстро доводит выпускника до рабочего инженера.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38844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13164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4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13164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 подключениях: сотни проектов в год — данные, которых нет ни у кого. Enverus купил Pearl Street именно за такие данные.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выручку раунда заложено только проектирование. Остальное вводим по одному и только после измерения.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ИСТОЧНИКИ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работодателей — DOE, U.S. Energy &amp; Employment Report 2025. Вакансия 6–9 мес. — IEEE Spectrum, 10.2025.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пресс-релиз, 10.2024. 3,3 млрд $ — WSP → TRC, ENR.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за 2025 — trade.gov. Около 100 подстанций в год — отчётность Saudi Electricity 2025–2026.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445 тыс. $ за инженера — 1,78 млрд $ / 4000; 70 тыс. $ — допущение финмодели (покупка за годовую выручку, 60–80 тыс. $ на инженера).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 — финмодель, базовый сценарий (рост выработки ×1,5); доля инжиниринга ≈3% CAPEX — MISO Transmission Cost Estimation Guide.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8500 роботов — Caixin, SCMP (план State Grid на 2026); DEEP Robotics — проспект IPO. Стадия строительства 15–35% — ACEC-BC, WA OFM.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саудизации — HRSD КСА № 103105 от 26.01.2025. Enverus → Pearl Street — 03.2025.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2026-09-02T11:48:35Z</dcterms:created>
  <dcterms:modified xsi:type="dcterms:W3CDTF">2026-09-02T11:48:35Z</dcterms:modified>
</cp:coreProperties>
</file>