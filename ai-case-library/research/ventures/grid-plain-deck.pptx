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фраза — кто мы. «Вдвое» — цель первого этапа, не факт: если спросят «уже делаете?» — «измеряем на первых проектах, это и есть первый шаг».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2026: медиана ожидания 61 месяц, в очереди 2061 ГВт. DOE USEER 2025: 89% работодателей в строительстве сетей испытывают трудности найма. Источники —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«уникальная технология». Аналогия, если спросят «почему не софт»: софт в энергетике раздают бесплатно (Tesla, регуляторы), подпись и клиентов бесплатно не раздашь.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Стадию строительства, приёмку и роботов не грузить сюда — это в приложении «если спросят».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потом прямые контракты. Гиперскейлеров по имени не называть. Число для справки: в очереди США 2061 ГВт — больше действующей генерации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базовый сценарий ×1,5 к выработке, маржа 24% — цель, не факт (сектор от ИИ +0,1 п.п., SPI/Kantata 2026); при ×1,2 — убыток, это критерий остановки. Цена покупки 0,8–1,2× выручки — допущение. Не обещать «вдвое» как факт.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WSP → POWER Engineers 1,78 млрд $ / 4000 сотрудников ≈ 445 тыс. $ за голову — цена по американским ставкам, направление рынка, не наш мультипликатор на выходе. 70 тыс. $ — допущение финмодели (покупка за годовую выручку). Оценка рынка одной страны: ~450 млн $ инжиниринга в год в КСА (3% от 15 млрд $) — говорить как «порядок».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выручку года 5 как «будет». Если спросят «когда тысяча инженеров?» — «после того, как пять фирм покажут одно ядро и одну маржу».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(2026): 48 проектов, 32 клиента, 64 сотрудника, 7 отраслей; Центр исследований — 14 исследователей; фреймворк сокращает сроки на 59% (по данным компании); публикации Inc., RTVI, TAdviser. Честный ответ на «вы проектировали подстанции?» — нет, поэтому первый найм — инженер-партнёр с лицензией.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 названы до того, как инвестор их спросит. Консервативный сценарий финмодели (×1,2) убыточен — это критерий остановки, и он встроен в первый шаг.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 на дороже купленные фирмы или третий рынок;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Раскрывать только по вопросу. Роботы — не Индия и не США; академия — требования аккредитации не проверены; данные — права на данные в контрактах с первого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небольшие инженерные компании, которые проектируют подключение к электросети, и с помощью ИИ делаем их в полтора-два раза производительнее.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Таких инженеров не хватает во всём мире — это один из главных тормозов для дата-центров и новой энергетики.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РАУНД 30 МЛН $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ПРОБЛЕМА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 годами ждут подключения — а проекты для них некому подписать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011680"/>
            <a:ext cx="5431536" cy="1737360"/>
          </a:xfrm>
          <a:prstGeom prst="roundRect">
            <a:avLst>
              <a:gd name="adj" fmla="val 947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28600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154680"/>
            <a:ext cx="4791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подключения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целиком. Мы снимаем один тормоз внутри неё: проект с подписью инженера, без которого ничего не строится, а инженеров на всех не хватает — ни в США, ни в Заливе, ни в Индии.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СЛОВА, КОТОРЫЕ ДАЛЬШЕ ВСТРЕТЯТСЯ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Подключение к сети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 от объекта до общей сети; пока её нет, объект стоит.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322064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Подстанция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узел, через который объект подключают; каждую надо спроектировать.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95488" y="5257800"/>
            <a:ext cx="3544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инженера — </a:t>
            </a:r>
            <a:pPr indent="0" marL="0">
              <a:buNone/>
            </a:pPr>
            <a:r>
              <a:rPr lang="en-US" sz="11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закону проект подписывает лицензированный инженер; без неё сеть проект не примет.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инженерную компанию — и даём её инженерам ИИ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Небольшую инженерную фирму с лицензией и клиентами — там, где строят больше всего: Персидский залив, Индия.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Ускоряем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ИИ делает расчёты и чертежи, инженер проверяет и подписывает. Тот же штат делает в полтора-два раза больше проектов.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Повторяем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фирма, третья, пятая. Один ИИ на всех — и с каждым проектом он становится лучше.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покупаем, а не нанимаем: вместе с фирмой приходят клиенты, лицензии и репутация — этого не наймёшь. Почему это не сделали гиганты: они покупают тысячи инженеров разом. Фонды-консолидаторы малые фирмы покупают — но в США и Европе, не в Заливе и Индии. Мы не заменяем инженеров — мы делаем так, чтобы их хватало.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КАК ЭТО РАБОТАЕТ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на входе — одобренный проект на выходе, с первого раза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схему и чертит подстанцию, инженер проверяет и подписывает.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94560"/>
          </a:xfrm>
          <a:prstGeom prst="roundRect">
            <a:avLst>
              <a:gd name="adj" fmla="val 75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Одобрение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Сетевая компания принимает проект — можно строить. Клиент купил не бумагу, а сэкономленные месяцы.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ожидания — это очередь, проверки сети, оборудование. Из всего этого клиент может ускорить деньгами только один кусок: проект и его согласование — обычно месяцы и два-три круга правок. Мы делаем этот кусок в полтора-два раза быстрее и с первого раза. Месяц простоя готового дата-центра стоит дороже всего проекта, поэтому клиент платит за срок.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ЦЕЛЕВАЯ АУДИТОРИЯ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клиент — каждый, кто стоит в очереди на подключение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у них уже куплены серверы. Покупают срок.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хватает инженеров под собственные программы. Покупают наши часы оптом.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США проблему лучше всего измерили. Начинаем мы с Персидского залива и Индии: там строят больше, а инженеров не хватает так же — Саудовская Аравия законом требует 30% местных инженеров, и компании не знают, где их взять. Стоят инженеры по-разному: в Индии в несколько раз дешевле, чем в США. Для команды из России США и Европа — позже и через партнёров.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БИЗНЕС-МОДЕЛЬ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фирма, те же люди — в полтора раза больше выручки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03120"/>
            <a:ext cx="5431536" cy="2286000"/>
          </a:xfrm>
          <a:prstGeom prst="roundRect">
            <a:avLst>
              <a:gd name="adj" fmla="val 7200"/>
            </a:avLst>
          </a:prstGeom>
          <a:solidFill>
            <a:srgbClr val="2C3A1C"/>
          </a:solidFill>
          <a:ln w="12700">
            <a:solidFill>
              <a:srgbClr val="2C3A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269748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35661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 модели, не факт: по сектору ИИ пока дал +0,1 п.п.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0725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Заказов у таких фирм больше, чем рук, — поэтому они и не могут нанять. Прирост 1,4 млн $ в год с тех же людей. Но ИИ-команда стоит 1,2 млн $ в год на всю группу: при одной фирме она съедает почти весь прирост, при пяти — обходится по 240 тысяч на фирму. Поэтому одна фирма — эксперимент, а бизнес — группа.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инженеров, которые проектируют сети, уже платят миллиарды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заплатила WSP, мировой инженерный гигант, за компанию из 4000 таких инженеров в 2024 году. Через год — ещё 3,3 млрд $ за следующую.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08776" y="2103120"/>
            <a:ext cx="5431536" cy="2011680"/>
          </a:xfrm>
          <a:prstGeom prst="roundRect">
            <a:avLst>
              <a:gd name="adj" fmla="val 818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237744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324612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один год выдала Саудовская Аравия. Около 3% таких контрактов — проектирование: порядка 450 млн $ в год в одной стране.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3484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собираем группу по цене около 70 тысяч долларов за инженера — покупая небольшие фирмы там, где инженеры есть. Крупные группы уходят по 445 тысяч за инженера — столько заплатила WSP. Этот разрыв платят за масштаб, не за ИИ: малые фирмы стоят 5–7 годовых прибылей, и покупают их чаще фонды, чем стратеги.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321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Разрыв реален — но платят его за масштаб. Масштаб и собираем.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ПЛАН РАЗВИТИЯ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 1 — первая фирма. Год 3 — пять фирм. Потом — продажа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работает на реальных проектах. Куплена первая компания на 20–50 инженеров. Проекты — вдвое быстрее.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2–3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286000"/>
          </a:xfrm>
          <a:prstGeom prst="roundRect">
            <a:avLst>
              <a:gd name="adj" fmla="val 72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ГОДЫ 4–5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на 500 инженеров: рост с 200 — на выручку группы и долг под неё, не из этого раунда. Покупатель — фонды, которые собирают такие группы: они платят больше стратегов, 10,8× против 7,3× прибыли.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17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гиганты только начали нанимать менеджеров по ИИ — Black &amp; Veatch открыл такую вакансию в августе 2026. ИИ будет у всех через год-два. Консолидаторы уже есть (Trilon, Verdantas, E Source) — но ни один не идёт в Залив и Индию.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6928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КОМАНДА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Тех: 64 человека, 48 проектов — и три основателя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7" name="Image 0" descr="/tmp/claude-0/-home-user/5ac64fc3-708b-5ba2-8575-a96a48f05f03/scratchpad/pptx/_team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1218895" cy="1417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79015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179015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179015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 (Англия), МИРБИС, MBA при МГИМО.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2064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2" name="Image 1" descr="/tmp/claude-0/-home-user/5ac64fc3-708b-5ba2-8575-a96a48f05f03/scratchpad/pptx/_team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2212848"/>
            <a:ext cx="1218895" cy="1417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952439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952439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952439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Более 10 лет продаж ИТ в энтерпрайзе.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8095488" y="201168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17" name="Image 2" descr="/tmp/claude-0/-home-user/5ac64fc3-708b-5ba2-8575-a96a48f05f03/scratchpad/pptx/_team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2212848"/>
            <a:ext cx="1218895" cy="1417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725863" y="2212848"/>
            <a:ext cx="16858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9725863" y="2505456"/>
            <a:ext cx="168584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725863" y="2926080"/>
            <a:ext cx="168584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искусственного интеллекта и Web3.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548640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3378708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3607308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430268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клиента из 7 отраслей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208776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37376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29" name="Text 24"/>
          <p:cNvSpPr txBox="1"/>
          <p:nvPr/>
        </p:nvSpPr>
        <p:spPr>
          <a:xfrm>
            <a:off x="7260336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штате: исследователи, инженеры, дизайнеры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9038844" y="4206240"/>
            <a:ext cx="260146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9525">
            <a:solidFill>
              <a:srgbClr val="DDDFE3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9267444" y="427939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10090404" y="4297680"/>
            <a:ext cx="13670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 в Центре исследований; база из 277 кейсов ИИ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544068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других. Раунд идёт в новую международную компанию, которая владеет купленными фирмами; Океан Тех вносит ИИ, метод и команду. Чего в команде пока нет и кого добавляем первым — инженер-партнёр с лицензией на целевом рынке.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ПЕРЕД ТЕМ КАК ПРОСИТЬ ДЕНЬГИ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риска — и что мы с ними делаем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будет у всех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год-два такой ИИ появится у каждого. Поэтому наше преимущество — не в модели, а в купленных фирмах, их лицензиях и клиентах. Их бесплатно не раздашь.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Инженеры уйдут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бизнес на людях: после сделок за год уходит до половины ключевых людей. Поэтому фирмы сохраняют бренд и самостоятельность (так вышел NV5 — 49 покупок), а ИИ дают инженеру как инструмент, не как контроль.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468880"/>
          </a:xfrm>
          <a:prstGeom prst="roundRect">
            <a:avLst>
              <a:gd name="adj" fmla="val 6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РИСК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Происхождение команды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из России: в США и Европе нас ждут проверки и ограничения. Поэтому стартуем там, где строят и куда пускают: Залив, Индия. Международная структура с первого дня.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463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Четвёртый риск — что ИИ не даст даже полтора раза: по сектору ИИ пока прибавил лишь 0,1 п.п. маржи. Его снимает первый шаг: 250 тысяч и восемь недель до любых покупок.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ПРОСИМ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$: десять на ИИ и первую фирму, двадцать на ещё четыре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первые оплаченные работы, выбрана фирма для покупки.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2064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6384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ИИ.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5488" y="2103120"/>
            <a:ext cx="3544824" cy="2103120"/>
          </a:xfrm>
          <a:prstGeom prst="roundRect">
            <a:avLst>
              <a:gd name="adj" fmla="val 7826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69808" y="233172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69808" y="265176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3108960"/>
            <a:ext cx="2996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приходит 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3484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идут деньги: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и восемь недель: два пилотных проекта. Порог, ниже которого не идём дальше, — полтора раза; цель — два. Инвестор получает долю в компании, которая владеет всеми фирмами; условия раунда обсуждаем отдельно.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150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Двадцать из тридцати миллионов — не в сжигание, а в покупку готовой выручки.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ЕСЛИ СПРОСЯТ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ещё умеет та же компания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спроектировали. Китайская сетевая компания State Grid покупает 8500 роботов в год; поставщик — DEEP Robotics. Годы 3–5.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78708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3028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53028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Стройка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Инженер, который проектировал, сопровождает стройку и приёмку: ещё 15–35% к гонорару с того же проекта.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08776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3096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инженеров под квоты: Саудовская Аравия требует 30% граждан на инженерных позициях. Наш ИИ быстро доводит выпускника до рабочего инженера.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038844" y="2103120"/>
            <a:ext cx="2601468" cy="2651760"/>
          </a:xfrm>
          <a:prstGeom prst="roundRect">
            <a:avLst>
              <a:gd name="adj" fmla="val 632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313164" y="233172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ОПЦИОН 4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13164" y="265176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3108960"/>
            <a:ext cx="20528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 подключениях: сотни проектов в год — данные, которых нет ни у кого. Enverus купил Pearl Street именно за такие данные.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29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выручку раунда заложено только проектирование. Остальное вводим по одному и только после измерения.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 · ИСТОЧНИКИ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работодателей — DOE, U.S. Energy &amp; Employment Report 2025. Вакансия 6–9 мес. — IEEE Spectrum, 10.2025.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пресс-релиз, 10.2024. 3,3 млрд $ — WSP → TRC, ENR.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за 2025 — trade.gov. Около 100 подстанций в год — отчётность Saudi Electricity 2025–2026.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445 тыс. $ за инженера — 1,78 млрд $ / 4000, цена за группу на 4000 человек; 70 тыс. $ — допущение финмодели (покупка за годовую выручку, 60–80 тыс. $ на инженера).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 — финмодель, базовый сценарий (рост выработки ×1,5); доля инжиниринга ≈3% CAPEX — MISO Transmission Cost Estimation Guide.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8500 роботов — Caixin, SCMP (план State Grid на 2026); DEEP Robotics — проспект IPO. Стадия строительства 15–35% — ACEC-BC, WA OFM.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саудизации — HRSD КСА № 103105 от 26.01.2025. Enverus → Pearl Street — 03.2025.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ИИ-команда 1,2 млн $ в год; раунд: 14 млн (5 × 2,8) + 3,6 млн (ИИ, 3 года) + 2 млн (сделки) ≈ 21 млн, остальное — запас — финмодель, roll-up на 30 млн $.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млн $ в год — оценка: 3% от 15 млрд $. 30% местных инженеров — постановление HRSD КСА № 103105.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2026-09-02T22:10:20Z</dcterms:created>
  <dcterms:modified xsi:type="dcterms:W3CDTF">2026-09-02T22:10:20Z</dcterms:modified>
</cp:coreProperties>
</file>