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24%; при ×1,2 — убыток, это критерий остановки.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(2026): 48 проектов, 32 клиента, 64 сотрудника, 7 отраслей; Центр исследований — 14 исследователей; фреймворк сокращает сроки на 59% (по данным компании); публикации Inc., RTVI, TAdviser. Честный ответ на «вы проектировали подстанции?» — нет, поэтому первый найм — инженер-партнёр с лицензией.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 полтора-два раза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один из главных тормозов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— а проекты для них некому подписать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целиком. Мы снимаем один тормоз внутри неё: проект с подписью инженера, без которого ничего не строится, а инженеров на всех не хватает — ни в США, ни в Заливе, ни в Индии.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ДАЛЬШЕ ВСТРЕТЯТСЯ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объекта до общей сети; пока её нет, объект стоит.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322064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подключают; каждую надо спроектировать.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5488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подписывает лицензированный инженер; без неё сеть проект не примет.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 полтора-два раза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покупаем, а не нанимаем: вместе с фирмой приходят клиенты, лицензии и репутация — этого не наймёшь. Почему это не сделает WSP: гиганты покупают тысячи инженеров разом, фирмы на сорок человек им не видны. Мы не заменяем инженеров — мы делаем так, чтобы их хватало.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с первого раза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купил не бумагу, а сэкономленные месяцы.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 полтора-два раза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Начинаем мы с Персидского залива и Индии: там строят больше, а инженеров не хватает так же — Саудовская Аравия законом требует 30% местных инженеров, и компании не знают, где их взять. Стоят инженеры по-разному: в Индии в несколько раз дешевле, чем в США. Для команды из России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после оплаты ИИ-команды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Прирост 1,4 млн $ в год с тех же людей. Но ИИ-команда стоит 1,2 млн $ в год на всю группу: при одной фирме она съедает почти весь прирост, при пяти — обходится по 240 тысяч на фирму. Поэтому одна фирма — эксперимент, а бизнес — группа.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Около 3% таких контрактов — проектирование: порядка 450 млн $ в год в одной стране.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Такие группы стратеги покупают по 445 тысяч за инженера: WSP заплатила именно столько.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ценой входа и ценой выхода — и есть сделка.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инженеров: рост с 200 — на выручку группы и долг под неё, не из этого раунда. Покупатель — те, кто уже платит за инженеров миллиарды: WSP, Stantec, Cyient.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Первый, кто соберёт группу с ИИ внутри, станет консолидатором отрасли.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64 человека, 48 проектов — и три основателя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okean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1218895" cy="1417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79015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179015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79015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MBA при МГИМО.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2064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okean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2212848"/>
            <a:ext cx="1218895" cy="1417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52439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952439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952439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Более 10 лет продаж ИТ в энтерпрайзе.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095488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okean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2212848"/>
            <a:ext cx="1218895" cy="1417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725863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9725863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725863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искусственного интеллекта и Web3.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378708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07308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430268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7 отраслей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208776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37376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29" name="Text 24"/>
          <p:cNvSpPr txBox="1"/>
          <p:nvPr/>
        </p:nvSpPr>
        <p:spPr>
          <a:xfrm>
            <a:off x="7260336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штате: исследователи, инженеры, дизайнеры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9038844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267444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10090404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 в Центре исследований; база из 277 кейсов ИИ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других. Раунд идёт в новую международную компанию, которая владеет купленными фирмами; Океан Тех вносит ИИ, метод и команду. Чего в команде пока нет и кого добавляем первым — инженер-партнёр с лицензией на целевом рынке.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ПЕРЕД ТЕМ КАК ПРОСИТЬ ДЕНЬГИ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людях. Покупаем фирмы с отложенной выплатой основателям, а ИИ делает работу инженеров легче, а не заменяет их.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из России: в США и Европе нас ждут проверки и ограничения. Поэтому стартуем там, где строят и куда пускают: Залив, Индия. Международная структура с первого дня.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идут деньги: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и восемь недель: два пилотных проекта. Порог, ниже которого не идём дальше, — полтора раза; цель — два. Инвестор получает долю в компании, которая владеет всеми фирмами; условия раунда обсуждаем отдельно.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150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 1,2 млн $ в год; раунд: 14 млн (5 × 2,8) + 3,6 млн (ИИ, 3 года) + 2 млн (сделки) ≈ 21 млн, остальное — запас — финмодель, roll-up на 30 млн $.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млн $ в год — оценка: 3% от 15 млрд $. 30% местных инженеров — постановление HRSD КСА № 103105.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2026-09-02T12:42:51Z</dcterms:created>
  <dcterms:modified xsi:type="dcterms:W3CDTF">2026-09-02T12:42:51Z</dcterms:modified>
</cp:coreProperties>
</file>