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Слайд-словарь: снимает три термина один раз, чтобы дальше не объяснять. Если аудитория профильная — пропустить.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24%; при ×1,2 — убыток, это критерий остановки.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из корпоративной презентации Океан Тех (2026): 48 проектов, 32 клиента, 64 сотрудника, 7 отраслей; Центр исследований основан в 2025, 14 исследователей; фреймворк — 59% сокращения сроков; публикации Inc., RTVI, TAdviser. 277 кейсов — база Центра исследований.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Биографии — из корпоративной презентации Океан Тех. Честный ответ на «вы проектировали подстанции?» — нет, поэтому первая покупка и первый найм — инженер-партнёр с лицензией; ИИ и метод — наши.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вдвое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главный тормоз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к сети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людей: пока нет проекта с подписью инженера, ничего не строится — ни в США, ни в Заливе, ни в Индии.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НУЖНО ЗНАТЬ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будет всего три специальных слова — вот что они значат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дата-центра или электростанции до общей сети. Пока её нет, объект стоит — какие бы серверы внутри ни были.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 к сети. Каждую подстанцию надо спроектировать, построить и принять.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подстанции подписывает лицензированный инженер. Без подписи сетевая компания проект не примет.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остальное — обычные слова: компания, клиент, проект, выручка.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вдвое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заменяем инженеров — мы делаем так, чтобы их хватало.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978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вдвое быстрее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получил месяцы, а не бумагу.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вдвое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КТО ПЛАТИТ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Но начинаем мы с Персидского залива и Индии: там строят больше, инженеров не хватает так же, и туда нас пускают. Не хватает инженеров везде, а стоят они по-разному: в Индии в несколько раз дешевле, чем в США.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обычная маржа инженерного бюро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72000"/>
            <a:ext cx="10725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Клиент платит рыночную цену за проект, который получает быстрее; мы платим тем же инженерам ту же зарплату. Разница между старой и новой выработкой — наша прибыль.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Там строят, туда пускают, и там не хватает инженеров.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Такие группы стратеги покупают по 445 тысяч за инженера: WSP заплатила именно столько.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ценой входа и ценой выхода — и есть сделка.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инженеров. Покупатель — те, кто уже платит за инженеров миллиарды: WSP, Stantec, Cyient.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Первый, кто соберёт группу с ИИ внутри, станет консолидатором отрасли.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КТО МЫ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исследуем ИИ и строим решения для бизнеса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8708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3028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653028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разных отраслей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08776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83096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продуктовые дизайнеры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38844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3164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13164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отраслей фокуса: финансы, медицина, производство, e-commerce и другие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114800"/>
            <a:ext cx="107259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исследований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изучает поведение языковых моделей и агентов на реальных задачах бизнеса: 14 исследователей и ML-инженеров, база из 277 верифицированных кейсов ИИ. Прежде чем прийти с этой идеей, мы проверили и отбросили десять других.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Департамент разработки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 и внедряет ИИ в сложных системах — от высоконагруженных сервисов до корпоративных внедрений. Собственный фреймворк сокращает сроки создания и интеграции решений на 59%.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нас пишут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Inc., RTVI, TAdviser — методы, данные и разбор реальных внедрений.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основателя и 60+ человек в штате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okean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612087" cy="1874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экономический лицей МБИ им. А. Собчака, MBA при МГИМО.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22064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okean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384" y="2331720"/>
            <a:ext cx="1612087" cy="18745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96384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96384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596384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ИТ. Проекты для МТС Ред, КРОК, Инностейдж, Сбера. Более 10 лет продаж ИТ в энтерпрайзе.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5488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okean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808" y="2331720"/>
            <a:ext cx="1612087" cy="1874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9808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369808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369808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обширным опытом в области искусственного интеллекта и Web3.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человек в штате: исследователи, инженеры, продуктовые дизайнеры. Чего в команде пока нет и кого добавляем первым — инженер-партнёр с лицензией на целевом рынке.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ЧТО МОЖЕТ ПОЙТИ НЕ ТАК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людях. Покупаем фирмы с отложенной выплатой основателям, а ИИ делает работу инженеров легче, а не заменяет их.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США и Европа для нас — позже и через партнёров. Поэтому стартуем там, куда пускают и где строят: Залив, Индия. Международная структура с первого дня.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ИИ, выручка фирмы плюс половина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шаг — 250 тысяч долларов и восемь недель: два пилотных проекта. Порог, ниже которого не идём дальше, — полтора раза; цель — два. Если ИИ не даёт, вы узнаете это первым.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949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2026-09-02T12:12:12Z</dcterms:created>
  <dcterms:modified xsi:type="dcterms:W3CDTF">2026-09-02T12:12:12Z</dcterms:modified>
</cp:coreProperties>
</file>