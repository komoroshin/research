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Китай уже роботизирует сети; Залив — открытый рынок для китайских роботов (США и Индия закрыты). Честно: приёмку роботом ни одна сеть сегодня не принимает — сначала робот помощник инженера.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Grid — план по Caixin/SCMP, официального релиза нет. FCC 28.07.2026; Индия — приказ Минэнерго 02.07.2020. Саудизация — HRSD № 103105.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Поставщик роботов — DEEP Robotics (Ханчжоу): рамочный контракт со State Grid на 1000+ подстанций; X30 работает в кабельном тоннеле SP Group в Сингапуре. Мы не делаем роботов — ставим чужое железо в свой процесс.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Gecko Robotics (1,25 млрд $) — модель оплаты за покрытие актива, не аналог: у Gecko своё железо, у нас — чужое в своём процессе.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обещать контракт с сетевой компанией. Квота саудизации — не обходим: робот плюс местный оператор.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«дешёвое железо — наша маржа»: производители убыточны, дешевизна — следствие госзаказа. Маржа — в услуге.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Цена роботов ~41–52 тыс. $ (State Grid); парк 20 — ~1 млн $ железа, остальное — люди, ИИ, полигон.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 · ПОЛЕВОЙ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подстанцию приезжает робот, а не бригада.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517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Роботы делают изыскания, приёмку и инспекцию, ИИ проектирует, человек только подписывает. Первая инженерная компания, где в поле выезжает робот.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023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Электричество — новая нефть эпохи ИИ, а мы первые, кто добывает её без людей в поле.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Персидский залив · прототип за 10 млн $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КАКАЯ БОЛЬ И ПОЧЕМУ СЕЙЧАС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Проблема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Всё, что в энергетике делается руками в поле — изыскания, приёмка, инспекция, — делают дефицитные и дорогие люди, которых в Заливе ещё и по закону должно быть 30% местных.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965960"/>
          </a:xfrm>
          <a:prstGeom prst="roundRect">
            <a:avLst>
              <a:gd name="adj" fmla="val 837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42316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291840"/>
            <a:ext cx="290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компаний, которые строят сети, не могут найти людей; проект ждёт своей очереди у инженера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22064" y="2148840"/>
            <a:ext cx="3544824" cy="1965960"/>
          </a:xfrm>
          <a:prstGeom prst="roundRect">
            <a:avLst>
              <a:gd name="adj" fmla="val 837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42104" y="242316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4642104" y="3291840"/>
            <a:ext cx="290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местных специалистов требует закон Саудовской Аравии на инженерных и съёмочных позициях — с 2025, поэтапно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5488" y="2148840"/>
            <a:ext cx="3544824" cy="1965960"/>
          </a:xfrm>
          <a:prstGeom prst="roundRect">
            <a:avLst>
              <a:gd name="adj" fmla="val 837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5528" y="242316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8500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8415528" y="3291840"/>
            <a:ext cx="290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роботов покупает китайская State Grid в 2026 году — на миллиард долларов. Китай уже так живёт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9768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Подстанция за свою жизнь проходит через десятки выездов: съёмка площадки, надзор, приёмка, регулярные обходы. Каждый выезд — бригада, машина, день, и всё это руками. В Заливе — ещё и в жару, и с квотой на местных.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16636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сейчас: китайский квадропед для подстанций стоит ~41 тыс. $ против 150 тыс. $ у западного; США закрыли рынок для иностранных роботов (FCC, июль 2026), Индия — для китайского оборудования. Залив открыт, и туда роботов инспекции ещё никто не привёз в связке с инженерной приёмкой.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ЭТО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Продукт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робота одной компании: геодезист, приёмщик, инспектор — и ИИ, который между ними проектирует.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8</a:t>
            </a:r>
            <a:endParaRPr lang="en-US" sz="900" dirty="0"/>
          </a:p>
        </p:txBody>
      </p:sp>
      <p:pic>
        <p:nvPicPr>
          <p:cNvPr id="7" name="Image 0" descr="_product/rob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6949440" cy="4343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772400" y="2011680"/>
            <a:ext cx="3867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Робот-инспектор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359152"/>
            <a:ext cx="38679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Квадропед обходит подстанцию по маршруту: тепловизор, камера, замеры. Норма, наблюдать, к инженеру — с фото и термограммой по каждой точке.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3383280"/>
            <a:ext cx="3867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Робот-геодезист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3730752"/>
            <a:ext cx="38679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Съёмка и разметка площадки за часы вместо дней; результат сразу в проект.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4754880"/>
            <a:ext cx="3867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ИИ-проектировщик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0" y="5102352"/>
            <a:ext cx="38679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Между съёмкой и приёмкой — пакет проекта под подпись инженера за недели. Инженер подписывает то, что робот измерил.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1722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экране — концепт интерфейса, схема и данные условные.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ПРИНЦИП, ТЕХНОЛОГИЯ, СЦЕНАРИЙ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Как это работает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Принцип: робот измеряет, ИИ проектирует и сравнивает, человек решает и подписывает.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2103120"/>
          </a:xfrm>
          <a:prstGeom prst="roundRect">
            <a:avLst>
              <a:gd name="adj" fmla="val 782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Изыскания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0528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Робот и дрон снимают площадку; команда геодезистов-партнёров ведёт первые объекты и учит модель.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378708" y="2148840"/>
            <a:ext cx="2601468" cy="2103120"/>
          </a:xfrm>
          <a:prstGeom prst="roundRect">
            <a:avLst>
              <a:gd name="adj" fmla="val 782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3028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653028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53028" y="3154680"/>
            <a:ext cx="20528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ИИ-проектировщик собирает пакет под подпись инженера — из данных съёмки, без ручного переноса.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08776" y="2148840"/>
            <a:ext cx="2601468" cy="2103120"/>
          </a:xfrm>
          <a:prstGeom prst="roundRect">
            <a:avLst>
              <a:gd name="adj" fmla="val 782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83096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483096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Приёмка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83096" y="3154680"/>
            <a:ext cx="20528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Робот проходит объект по чек-листу: фото, термограммы, замеры к каждому пункту. Инженер подписывает акт.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38844" y="2148840"/>
            <a:ext cx="2601468" cy="2103120"/>
          </a:xfrm>
          <a:prstGeom prst="roundRect">
            <a:avLst>
              <a:gd name="adj" fmla="val 782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13164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9313164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Инспекция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313164" y="3154680"/>
            <a:ext cx="20528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Регулярные обходы по подписке; модель сравнивает с прошлым обходом и поднимает только отклонения.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43484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Технология — мультиагентный фреймворк Океан Тех поверх чужого железа: агенты маршрута, распознавания, сравнения с прошлым обходом и проектирования; память хранит историю каждого объекта. Роботы — DEEP Robotics, дроны и тахеометры — стандартные.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440680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Честно о границах: сегодня ни одна сеть не принимает акт приёмки от робота. Первые годы робот — помощник инженера, подпись — человека. Роботы работают в Заливе и ЮВА; Индия и США для китайских роботов закрыты.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КЛИЕНТ, ЦЕНА, РЫНОК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Кому и почём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Платят те, кому нужно поле без людей: сетевые компании, подрядчики и девелоперы, инженерные фирмы.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Сетевые компании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Инспекция подстанций по подписке — оплата за покрытие актива, как у Gecko Robotics. У Saudi Electricity 1343 подстанции и ~100 новых в год.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Подрядчики и девелоперы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Изыскания и приёмка за проект: быстрее, с полной цифровой фиксацией, без бригады в жару.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Инженерные фирмы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ИИ-проектировщик и данные съёмки — доля проектного гонорара; их узкое место — люди в поле и за столом.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9768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Рынок: только в Саудовской Аравии — 15 млрд $ контрактов на сети и подстанции за год, ~100 новых подстанций ежегодно; Китай показал масштаб — 8500 роботов за год у одной сетевой компании. Модель оплаты за покрытие актива уже стоит 1,25 млрд $ (Gecko Robotics).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25780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Где: Персидский залив — строят больше всего, людей в поле не хватает, квота на местных, и это единственный крупный рынок, открытый для китайских роботов. Полигон — сеть партнёра.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03504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Цены — допущения до пилотов. Источники — на последнем слайде.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КОМАНДА, СТЕК, ОКНО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Почему мы — и почему сейчас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Стек, команда, полигон и доступ к геодезистам уже есть. Роботов и пилотов в поле нет — на них и идёт первый транш.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проектов реализовано, 32 клиента из 7 отраслей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78708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7308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567428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человека в штате: исследователи, инженеры, дизайнеры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08776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7376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397496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исследователей и ML-инженеров; база из 277 верифицированных кейсов ИИ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038844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67444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59%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0227564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сокращение сроков создания решений на собственном фреймворке (по данным компании)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747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Команда: Дмитрий Пеньков — генеральный директор и основатель; Константин Морошин — глава Центра исследований, 10+ лет продаж ИТ в энтерпрайзе; Сергей Ковалёв — управляющий партнёр, ИИ и Web3. Партнёр с электросетевой компанией — реальный поток проектов подключения. Доступ к команде геодезистов — для первых изысканий и обучения модели.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38912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сейчас: китайские роботы стали втрое дешевле западных благодаря заказам State Grid; западные рынки для них закрылись, Залив открыт; гиганты только начали нанимать менеджеров по ИИ (Black &amp; Veatch, август 2026). Первый, кто соединит робота в поле с инженерной приёмкой, займёт полку.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394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Прежде чем прийти с этой идеей, мы проверили и отбросили десять других — тем же методом будем проверять каждый шаг прототипа.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СКОЛЬКО, НА ЧТО, ЧТО ДАЛЬШЕ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Запрос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млн $ на прототип за 18 месяцев — от первых двух роботов на полигоне до парка из двадцати и первого контракта на инспекцию.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2011680"/>
          </a:xfrm>
          <a:prstGeom prst="roundRect">
            <a:avLst>
              <a:gd name="adj" fmla="val 8182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1 · 3 МЕС · 1 МЛН $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робота и полигон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квадропеда и дрон на полигоне партнёра; изыскания с геодезистами; первые обходы и разметка модели.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2011680"/>
          </a:xfrm>
          <a:prstGeom prst="roundRect">
            <a:avLst>
              <a:gd name="adj" fmla="val 8182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2 · ДО 12 МЕС · 3 МЛН $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роботов и проектировщик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подстанция под регулярной инспекцией; ИИ-проектировщик до пилота; акт приёмки с роботом как помощником инженера.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2011680"/>
          </a:xfrm>
          <a:prstGeom prst="roundRect">
            <a:avLst>
              <a:gd name="adj" fmla="val 8182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3 · ДО 18 МЕС · 6 МЛН $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Парк и контракт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Парк из двадцати роботов, первый контракт на инспекцию с сетевой компанией или подрядчиком в Заливе, вторая страна.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3891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Этап 2 (следующий раунд, ориентир 20–30 млн $): инженерные фирмы с роботами и ИИ внутри — партнёрство или покупка. Малые фирмы стоят 5–7 годовых прибылей; 445 тыс. $ за инженера (WSP → POWER) платят за масштаб, не за ИИ. Что фирма с роботами в поле стоит дороже — допущение.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257800"/>
            <a:ext cx="10725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получает инвестор: долю в новой международной компании; условия обсуждаем отдельно. Следующий шаг — демонстрация концепта и договорённость о первом транше.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80644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Порог после первого транша — обход, который инженер принял без повторного выезда. Если робот не даёт, вы узнаете это первым.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 · Океан Тех · sales@okeantech.ru · okeantech.ru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ПРИЛОЖЕНИЕ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Откуда цифры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8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10916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 / 61 месяц; 2061 ГВт — LBNL, Queued Up: 2026 Edition. 89% работодателей — DOE, U.S. Energy &amp; Employment Report 2025. Трансформаторы 128–160 недель — Data Center Knowledge, 2026.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 контрактов КСА (2025) — trade.gov; 450 млн $ — оценка (3%, доля инжиниринга по MISO). 1343 подстанции, ~100 в год — отчётность Saudi Electricity. 30% местных инженеров — HRSD КСА № 103105.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 млрд $ / 4000 сотрудников — WSP → POWER Engineers, 10.2024; 445 тыс. $ за инженера = 1,78 млрд / 4000 (группа на 4000 человек); малые фирмы 5,4–7,5× EBITDA — ROG Partners, см. engineering-rollup-passport.md. Спрос дата-центров 415 → 950 ТВт·ч — IEA. Black &amp; Veatch — вакансия 27.08.2026.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проектов, 32 клиента, 64 сотрудника, 14 исследователей, 59% — корпоративная презентация Океан Тех (2026). Цены, сроки и конфигурации прототипа — допущения.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Grid — 8500 роботов, 6,8 млрд юаней (Caixin 27.04.2026, SCMP); квадропед ~300 тыс. юаней ≈ 41 тыс. $; ANYmal ~150 тыс. $ (CNBC). DEEP Robotics — проспект IPO, контракт State Grid 1000+ подстанций, SP Group Сингапур. Gecko Robotics — 1,25 млрд $ (06.2025). FCC — 28.07.2026; Минэнерго Индии — 02.07.2020.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2026-09-02T22:08:30Z</dcterms:created>
  <dcterms:modified xsi:type="dcterms:W3CDTF">2026-09-02T22:08:30Z</dcterms:modified>
</cp:coreProperties>
</file>