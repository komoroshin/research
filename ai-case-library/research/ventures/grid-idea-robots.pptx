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Китай уже роботизирует сети; Залив — открытый рынок для китайских роботов (США и Индия закрыты). Честно: приёмку роботом ни одна сеть сегодня не принимает — сначала робот помощник инженера.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Grid — план по Caixin/SCMP, официального релиза нет. FCC 28.07.2026; Индия — приказ Минэнерго 02.07.2020. Саудизация — HRSD № 103105.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Поставщик роботов — DEEP Robotics (Ханчжоу): рамочный контракт со State Grid на 1000+ подстанций; X30 работает в кабельном тоннеле SP Group в Сингапуре. Мы не делаем роботов — ставим чужое железо в свой процесс.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Gecko Robotics (1,25 млрд $) — модель оплаты за покрытие актива, не аналог: у Gecko своё железо, у нас — чужое в своём процессе.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обещать контракт с сетевой компанией. Квота саудизации — не обходим: робот плюс местный оператор.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«дешёвое железо — наша маржа»: производители убыточны, дешевизна — следствие госзаказа. Маржа — в услуге.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роботов ~41–52 тыс. $ (State Grid); парк 20 — ~1 млн $ железа, остальное — люди, ИИ, полигон.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 · ПОЛЕВОЙ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подстанцию приезжает робот, а не бригада.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 делают изыскания, приёмку и инспекцию, ИИ проектирует, человек только подписывает. Первая инженерная компания, где в поле выезжает робот.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ИИ, а мы первые, кто добывает её без людей в поле.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Персидский залив · прототип за 10 млн $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И ПОЧЕМУ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в энергетике делается руками в поле — изыскания, приёмка, инспекция, — делают дефицитные и дорогие люди, которых в Заливе ещё и по закону должно быть 30% местных.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сети, не могут найти людей; проект ждёт своей очереди у инженера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местных специалистов требует закон Саудовской Аравии на инженерных и съёмочных позициях — с 2025, поэтапно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роботов покупает китайская State Grid в 2026 году — на миллиард долларов. Китай уже так живёт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Подстанция за свою жизнь проходит через десятки выездов: съёмка площадки, надзор, приёмка, регулярные обходы. Каждый выезд — бригада, машина, день, и всё это руками. В Заливе — ещё и в жару, и с квотой на местных.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китайский квадропед для подстанций стоит ~41 тыс. $ против 150 тыс. $ у западного; США закрыли рынок для иностранных роботов (FCC, июль 2026), Индия — для китайского оборудования. Залив открыт, и туда роботов инспекции ещё никто не привёз в связке с инженерной приёмкой.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Продукт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робота одной компании: геодезист, приёмщик, инспектор — и ИИ, который между ними проектирует.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900" dirty="0"/>
          </a:p>
        </p:txBody>
      </p:sp>
      <p:pic>
        <p:nvPicPr>
          <p:cNvPr id="7" name="Image 0" descr="/tmp/claude-0/-home-user/5ac64fc3-708b-5ba2-8575-a96a48f05f03/scratchpad/product/rob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94944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2011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Робот-инспектор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591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Квадропед обходит подстанцию по маршруту: тепловизор, камера, замеры. Норма, наблюдать, к инженеру — с фото и термограммой по каждой точке.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3832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Робот-геодезист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307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 и разметка площадки за часы вместо дней; результат сразу в проект.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ИИ-проектировщик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1023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съёмкой и приёмкой — пакет проекта под подпись инженера за недели. Инженер подписывает то, что робот измерил.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 — концепт интерфейса, схема и данные условные.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ПРИНЦИП, ТЕХНОЛОГИЯ,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робот измеряет, ИИ проектирует и сравнивает, человек решает и подписывает.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Изыскания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 и дрон снимают площадку; команда геодезистов-партнёров ведёт первые объекты и учит модель.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ИИ-проектировщик собирает пакет под подпись инженера — из данных съёмки, без ручного переноса.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 проходит объект по чек-листу: фото, термограммы, замеры к каждому пункту. Инженер подписывает акт.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Инспекция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обходы по подписке; модель сравнивает с прошлым обходом и поднимает только отклонения.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— мультиагентный фреймворк Океан Тех поверх чужого железа: агенты маршрута, распознавания, сравнения с прошлым обходом и проектирования; память хранит историю каждого объекта. Роботы — DEEP Robotics, дроны и тахеометры — стандартные.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 о границах: сегодня ни одна сеть не принимает акт приёмки от робота. Первые годы робот — помощник инженера, подпись — человека. Роботы работают в Заливе и ЮВА; Индия и США для китайских роботов закрыты.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КЛИЕНТ, ЦЕНА,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Кому и почём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Платят те, кому нужно поле без людей: сетевые компании, подрядчики и девелоперы, инженерные фирмы.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компании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Инспекция подстанций по подписке — оплата за покрытие актива, как у Gecko Robotics. У Saudi Electricity 1343 подстанции и ~100 новых в год.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Подрядчики и девелоперы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Изыскания и приёмка за проект: быстрее, с полной цифровой фиксацией, без бригады в жару.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фирмы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ИИ-проектировщик и данные съёмки — доля проектного гонорара; их узкое место — люди в поле и за столом.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Рынок: только в Саудовской Аравии — 15 млрд $ контрактов на сети и подстанции за год, ~100 новых подстанций ежегодно; Китай показал масштаб — 8500 роботов за год у одной сетевой компании. Модель оплаты за покрытие актива уже стоит 1,25 млрд $ (Gecko Robotics).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Персидский залив — строят больше всего, людей в поле не хватает, квота на местных, и это единственный крупный рынок, открытый для китайских роботов. Полигон — сеть партнёра.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— допущения до пилотов. Источники — на последнем слайде.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КОМАНДА, СТЕК, ОКНО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Почему мы — и почему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Стек, команда, полигон и доступ к геодезистам уже есть. Роботов и пилотов в поле нет — на них и идёт первый транш.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Дмитрий Пеньков — генеральный директор и основатель; Константин Морошин — глава Центра исследований, 10+ лет продаж ИТ в энтерпрайзе; Сергей Ковалёв — управляющий партнёр, ИИ и Web3. Партнёр с электросетевой компанией — реальный поток проектов подключения. Доступ к команде геодезистов — для первых изысканий и обучения модели.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китайские роботы стали втрое дешевле западных благодаря заказам State Grid; западные рынки для них закрылись, Залив открыт; гиганты только начали нанимать менеджеров по ИИ (Black &amp; Veatch, август 2026). Первый, кто соединит робота в поле с инженерной приёмкой, займёт полку.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Прежде чем прийти с этой идеей, мы проверили и отбросили десять других — тем же методом будем проверять каждый шаг прототипа.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СКОЛЬКО, НА ЧТО, ЧТО ДАЛЬШЕ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млн $ на прототип за 18 месяцев — от первых двух роботов на полигоне до парка из двадцати и первого контракта на инспекцию.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МЕС · 1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робота и полигон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квадропеда и дрон на полигоне партнёра; изыскания с геодезистами; первые обходы и разметка модели.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ДО 12 МЕС · 3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роботов и проектировщик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подстанция под регулярной инспекцией; ИИ-проектировщик до пилота; акт приёмки с роботом как помощником инженера.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ДО 18 МЕС · 6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и контракт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из двадцати роботов, первый контракт на инспекцию с сетевой компанией или подрядчиком в Заливе, вторая страна.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(следующий раунд, ориентир 20–30 млн $): инженерные фирмы с роботами и ИИ внутри — партнёрство или покупка. За инженерные фирмы стратеги платят по 445 тыс. $ за инженера (WSP → POWER); фирма без людей в поле стоит дороже.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компании; условия обсуждаем отдельно. Следующий шаг — демонстрация концепта и договорённость о первом транше.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после первого транша — обход, который инженер принял без повторного выезда. Если робот не даёт, вы узнаете это первым.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 Трансформаторы 128–160 недель — Data Center Knowledge,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 (3%, доля инжиниринга по MISO). 1343 подстанции, ~100 в год — отчётность Saudi Electricity. 30% местных инженеров — HRSD КСА № 103105.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445 тыс. $ за инженера = 1,78 млрд / 4000. Спрос дата-центров 415 → 950 ТВт·ч — IEA. Black &amp; Veatch — вакансия 27.08.2026.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 — корпоративная презентация Океан Тех (2026). Цены, сроки и конфигурации прототипа — допущения.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Grid — 8500 роботов, 6,8 млрд юаней (Caixin 27.04.2026, SCMP); квадропед ~300 тыс. юаней ≈ 41 тыс. $; ANYmal ~150 тыс. $ (CNBC). DEEP Robotics — проспект IPO, контракт State Grid 1000+ подстанций, SP Group Сингапур. Gecko Robotics — 1,25 млрд $ (06.2025). FCC — 28.07.2026; Минэнерго Индии — 02.07.2020.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2026-09-02T17:58:47Z</dcterms:created>
  <dcterms:modified xsi:type="dcterms:W3CDTF">2026-09-02T17:58:47Z</dcterms:modified>
</cp:coreProperties>
</file>