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Продуктовая форма для непрофильного инвестора: один продукт, один клиент, одна цена. Стратегия покупки фирм — на слайде «Запрос» как этап 2, не как суть.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Говорить: «так выглядит продукт после первого этапа; сегодня есть стек, на котором он собирается».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10–20% от гонорара — допущение; проверяется на пилотах. Не называть гиперскейлеров. США и Европа — позже и через партнёров.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презентации: мультиагентная архитектура, многоуровневая память и база знаний, мониторинг и безопасность; 59% сокращения сроков по данным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«уникальная технология». Если спросят «а Bentley не сделает то же?» — Bentley делает помощника внутри своего софта; мы делаем пакет под нормы конкретной сети и под подпись — это работа фирмы, а не функция САПР.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Этап 2 — в деке с первого дня, чтобы разворот к покупке фирм был запланированным этапом, а не сюрпризом. Наша проверка: софт в энергетике коммодитизируется; продукт — вход в разговор и в пилот, бизнес — группа фирм.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ПРОДУКТ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Грид — ИИ-проектировщик подключения к сети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мощность на входе — пакет проекта под подпись инженера на выходе. За недели, а не месяцы, и с первого раза через сетевую компанию.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 Мы делаем инструмент для тех, кто её добывает.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и Индия · 2026 · рабочее название продукта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7</a:t>
            </a:r>
            <a:endParaRPr lang="en-US" sz="900" dirty="0"/>
          </a:p>
        </p:txBody>
      </p:sp>
      <p:pic>
        <p:nvPicPr>
          <p:cNvPr id="6" name="Image 0" descr="_product/m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7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0" y="1371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ВХОД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618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Площадка, нужная мощность, сетевая компания и точка подключения.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514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ВЫХОД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761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 документов: схема подключения, расчёты, компоновка подстанции, спецификация, проверка по нормам сети, записка, пакет для подачи.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657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ИНЖЕНЕР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904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решает спорные места и подписывает. Без подписи пакет в сеть не уходит: ИИ делает работу, инженер отвечает.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800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047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за недели вместо месяцев и проход через сеть с первого раза, без двух-трёх кругов правок.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не работающая система; данные примера условные. Пять лет ожидания подключения — это очередь и оборудование; продукт ускоряет ту часть, которую клиент может ускорить деньгами: проект и его согласование.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ПОЧЕМУ КУПЯТ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клиент: инженерные компании и подрядчики, которые проектируют подключение дата-центров и электростанций. Платят за проект.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компании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Небольшие и средние фирмы с лицензией и заказами: 89% компаний, строящих сети, не могут найти инженеров — заказов у них больше, чем рук.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10–20% гонорара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стоит 0,5–1,0 млн $ — продукт берёт 50–150 тыс. $ за пакет. Клиент отдаёт долю гонорара, чтобы сделать в полтора-два раза больше проектов тем же штатом.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ПОЧЕМУ КУПЯТ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дороже денег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заказчик — дата-центр, у которого серверы уже куплены: месяц простоя стоит дороже всего проекта. Кто делает быстрее, тот и получает заказ.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и Индия — там строят больше всего, инженеров не хватает так же (Саудовская Аравия требует 30% местных инженеров), туда нас пускают. Рынок проектирования сетей только в Саудовской Аравии — порядка 450 млн $ в год; спрос дата-центров на электричество удваивается к 2030.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— допущение до первых пилотов. 450 млн $ — оценка: 3% (доля инжиниринга) от 15 млрд $ контрактов за год. Источники — на последнем слайде.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 с подписью.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делает атомарные задачи, инженер решает и подписывает, сеть принимает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фирма заводит проект: площадка, мощность, сетевая компания.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Агенты: расчёт схемы, чертежи подстанции и линии, спецификация с учётом сроков поставки.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норм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 хранит нормы конкретной сети; замечания — инженеру на решение.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 подача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подписывает, пакет уходит в сеть. Каждый принятый пакет учит систему.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каждый агент решает одну задачу, оркестрация собирает из них проект, многоуровневая память хранит нормы сетей и историю проектов. Продукт встраивается в инструменты инженеров (Bentley, AutoCAD),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даёт «с первого раза»: сегодня пакет ходит в сеть два-три круга; проверка по нормам до подачи снимает большую часть замечаний. Это и есть экономия месяцев для клиента.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и команда уже есть; окно на рынке открылось этим летом.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 для отладки.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(4000 инженеров) за 1,78 млрд $. Гиганты только начали нанимать менеджеров по ИИ (Black &amp; Veatch, август 2026); стартапы ИИ-инжиниринга для дата-центров появились этим летом (Marengo, Vela — YC 2026). В подключении к сети покупки фирм уже начались (E Source → CF Power, Littlejohn + GDS), но с продуктом, а не с людьми, и в Заливе и Индии — никого. Окно — год-два.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пока нет, и это сказано честно: пилотов в энергетическом проектировании. Их даёт первый этап. Первый найм — инженер-партнёр с лицензией на целевом рынке.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млн $ на 12 месяцев: продукт до пилота и первые оплаченные пакеты.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ПЕРВЫЕ 8 НЕДЕЛЬ · 250 ТЫС.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пилота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реальных пакета на потоке партнёра: измеряем часы инженера до и после. Порог, ниже которого не идём дальше, — в полтора раза.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МЕСЯЦЫ 3–12 · 2,75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и первые клиенты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до версии для инженерных фирм, нормы двух сетевых компаний в базе, две-три фирмы-клиента в Заливе или Индии, первые оплаченные пакеты.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СЛЕДУЮЩИЙ РАУНД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Партнёрство или покупка инженерных фирм-клиентов: встроить продукт глубже и забирать не 10–20% гонорара, а весь. Ориентир — 20–30 млн $.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этап 2 — покупка фирм: продукт даёт долю гонорара, а фирма с продуктом внутри — весь гонорар и в полтора-два раза больше проектов. Малые фирмы стоят 5–7 годовых прибылей; 445 тысяч $ за инженера (WSP → POWER) платят за масштаб, не за ИИ. Это дистрибуция продукта, а не смена бизнеса.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продуктом и будущими фирмами; условия обсуждаем отдельно. Следующий шаг — демонстрация концепта и договорённость о первых восьми неделях.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250 тысяч — восемь недель. Если ИИ не даёт хотя бы полтора, вы узнаете это первым.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0,5–1,0 млн $ и доля инжиниринга ≈3% CAPEX — MISO Transmission Cost Estimation Guide. Цена продукта 10–20% гонорара — допущение до пилотов.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 от 15 млрд $). 30% местных инженеров — HRSD КСА № 103105. Спрос ДЦ 415 → 950 ТВт·ч — IEA.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 (группа на 4000 человек); малые фирмы 5,4–7,5× EBITDA — ROG Partners, см. engineering-rollup-passport.md. Black &amp; Veatch — вакансия 27.08.2026. Marengo, Vela — YC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(20–30 млн $) — финмодель roll-up: пять фирм по 2,8 млн $, ИИ-команда 1,2 млн $/год, потребность ≈21 млн $.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2026-09-02T22:08:30Z</dcterms:created>
  <dcterms:modified xsi:type="dcterms:W3CDTF">2026-09-02T22:08:30Z</dcterms:modified>
</cp:coreProperties>
</file>