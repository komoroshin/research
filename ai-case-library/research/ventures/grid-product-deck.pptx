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Продуктовая форма для непрофильного инвестора: один продукт, один клиент, одна цена. Стратегия покупки фирм — на слайде «Запрос» как этап 2, не как суть.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говорить «уже работает». Говорить: «так выглядит продукт после первого этапа; сегодня есть стек, на котором он собирается».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Цена 10–20% от гонорара — допущение; проверяется на пилотах. Не называть гиперскейлеров. США и Европа — позже и через партнёров.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Фреймворк — из корпоративной презентации: мультиагентная архитектура, многоуровневая память и база знаний, мониторинг и безопасность; 59% сокращения сроков по данным компании.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«уникальная технология». Если спросят «а Bentley не сделает то же?» — Bentley делает помощника внутри своего софта; мы делаем пакет под нормы конкретной сети и под подпись — это работа фирмы, а не функция САПР.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Этап 2 — в деке с первого дня, чтобы разворот к покупке фирм был запланированным этапом, а не сюрпризом. Наша проверка: софт в энергетике коммодитизируется; продукт — вход в разговор и в пилот, бизнес — группа фирм.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 · ПРОДУКТ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Океан Грид — ИИ-проектировщик подключения к сети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Площадка и мощность на входе — пакет проекта под подпись инженера на выходе. За недели, а не месяцы, и с первого раза через сетевую компанию.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Электричество — новая нефть эпохи ИИ. Мы делаем инструмент для тех, кто её добывает.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Персидский залив и Индия · 2026 · рабочее название продукта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ЭТО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Продукт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7</a:t>
            </a:r>
            <a:endParaRPr lang="en-US" sz="900" dirty="0"/>
          </a:p>
        </p:txBody>
      </p:sp>
      <p:pic>
        <p:nvPicPr>
          <p:cNvPr id="6" name="Image 0" descr="/tmp/claude-0/-home-user/5ac64fc3-708b-5ba2-8575-a96a48f05f03/scratchpad/product/m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45171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0" y="1371600"/>
            <a:ext cx="3593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ВХОД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1618488"/>
            <a:ext cx="3593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Площадка, нужная мощность, сетевая компания и точка подключения.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2514600"/>
            <a:ext cx="3593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ВЫХОД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761488"/>
            <a:ext cx="3593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 документов: схема подключения, расчёты, компоновка подстанции, спецификация, проверка по нормам сети, записка, пакет для подачи.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3657600"/>
            <a:ext cx="3593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ИНЖЕНЕР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3904488"/>
            <a:ext cx="3593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Проверяет, решает спорные места и подписывает. Без подписи пакет в сеть не уходит: ИИ делает работу, инженер отвечает.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4800600"/>
            <a:ext cx="3593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5047488"/>
            <a:ext cx="3593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 за недели вместо месяцев и проход через сеть с первого раза, без двух-трёх кругов правок.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9436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экране — концепт интерфейса, не работающая система; данные примера условные. Пять лет ожидания подключения — это очередь и оборудование; продукт ускоряет ту часть, которую клиент может ускорить деньгами: проект и его согласование.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КЛИЕНТ, ЦЕНА, ПОЧЕМУ КУПЯТ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Кому и почём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клиент: инженерные компании и подрядчики, которые проектируют подключение дата-центров и электростанций. Платят за проект.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2057400"/>
          </a:xfrm>
          <a:prstGeom prst="roundRect">
            <a:avLst>
              <a:gd name="adj" fmla="val 800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КЛИЕНТ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Инженерные компании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996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Небольшие и средние фирмы с лицензией и заказами: 89% компаний, строящих сети, не могут найти инженеров — заказов у них больше, чем рук.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148840"/>
            <a:ext cx="3544824" cy="2057400"/>
          </a:xfrm>
          <a:prstGeom prst="roundRect">
            <a:avLst>
              <a:gd name="adj" fmla="val 800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ЦЕНА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10–20% гонорара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3154680"/>
            <a:ext cx="2996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 подстанции стоит 0,5–1,0 млн $ — продукт берёт 50–150 тыс. $ за пакет. Клиент отдаёт долю гонорара, чтобы сделать в полтора-два раза больше проектов тем же штатом.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2148840"/>
            <a:ext cx="3544824" cy="2057400"/>
          </a:xfrm>
          <a:prstGeom prst="roundRect">
            <a:avLst>
              <a:gd name="adj" fmla="val 8000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ПОЧЕМУ КУПЯТ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дороже денег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154680"/>
            <a:ext cx="2996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Их заказчик — дата-центр, у которого серверы уже куплены: месяц простоя стоит дороже всего проекта. Кто делает быстрее, тот и получает заказ.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348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 Персидский залив и Индия — там строят больше всего, инженеров не хватает так же (Саудовская Аравия требует 30% местных инженеров), туда нас пускают. Рынок проектирования сетей только в Саудовской Аравии — порядка 450 млн $ в год; спрос дата-центров на электричество удваивается к 2030.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864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— допущение до первых пилотов. 450 млн $ — оценка: 3% (доля инжиниринга) от 15 млрд $ контрактов за год. Источники — на последнем слайде.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978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5F7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Мегаватты ждут не железа. Они ждут людей с подписью.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ПРИНЦИП, ТЕХНОЛОГИЯ, СЦЕНАРИЙ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Как это работает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делает атомарные задачи, инженер решает и подписывает, сеть принимает с первого раза.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01468" cy="1874520"/>
          </a:xfrm>
          <a:prstGeom prst="roundRect">
            <a:avLst>
              <a:gd name="adj" fmla="val 878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052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Инженерная фирма заводит проект: площадка, мощность, сетевая компания.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78708" y="2148840"/>
            <a:ext cx="2601468" cy="1874520"/>
          </a:xfrm>
          <a:prstGeom prst="roundRect">
            <a:avLst>
              <a:gd name="adj" fmla="val 878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3028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653028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считает и чертит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3028" y="3154680"/>
            <a:ext cx="2052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Агенты: расчёт схемы, чертежи подстанции и линии, спецификация с учётом сроков поставки.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08776" y="2148840"/>
            <a:ext cx="2601468" cy="1874520"/>
          </a:xfrm>
          <a:prstGeom prst="roundRect">
            <a:avLst>
              <a:gd name="adj" fmla="val 878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83096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83096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по нормам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83096" y="3154680"/>
            <a:ext cx="2052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знаний хранит требования конкретной сетевой компании; замечания — инженеру на решение.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38844" y="2148840"/>
            <a:ext cx="2601468" cy="1874520"/>
          </a:xfrm>
          <a:prstGeom prst="roundRect">
            <a:avLst>
              <a:gd name="adj" fmla="val 878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13164" y="2377440"/>
            <a:ext cx="2052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313164" y="2697480"/>
            <a:ext cx="20528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Подпись и подача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13164" y="3154680"/>
            <a:ext cx="20528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 подписывает, пакет уходит в сеть. Каждый принятый пакет учит систему.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51960"/>
            <a:ext cx="10725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 — мультиагентный фреймворк Океан Тех: каждый агент решает одну задачу, оркестрация собирает из них проект, многоуровневая память хранит нормы сетей и историю проектов. Продукт встраивается в инструменты инженеров (Bentley, AutoCAD), а не заменяет их.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2578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даёт «с первого раза»: сегодня пакет ходит в сеть два-три круга; проверка по нормам до подачи снимает большую часть замечаний. Это и есть экономия месяцев для клиента.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D5F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КОМАНДА, СТЕК, ОКНО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Почему мы — и почему сейчас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 и команда уже есть; окно на рынке открылось этим летом.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проектов реализовано, 32 клиента из 7 отраслей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8708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07308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67428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человека в штате: исследователи, инженеры, дизайнеры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08776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397496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исследователей и ML-инженеров; база из 277 верифицированных кейсов ИИ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38844" y="2148840"/>
            <a:ext cx="2601468" cy="1097280"/>
          </a:xfrm>
          <a:prstGeom prst="roundRect">
            <a:avLst>
              <a:gd name="adj" fmla="val 11667"/>
            </a:avLst>
          </a:prstGeom>
          <a:solidFill>
            <a:srgbClr val="343434"/>
          </a:solidFill>
          <a:ln w="12700">
            <a:solidFill>
              <a:srgbClr val="3434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67444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0227564" y="2258568"/>
            <a:ext cx="12298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сроков создания решений на собственном фреймворке (по данным компании)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747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Команда: Дмитрий Пеньков — генеральный директор и основатель; Константин Морошин — глава Центра исследований, 10+ лет продаж ИТ в энтерпрайзе; Сергей Ковалёв — управляющий партнёр, ИИ и Web3. Партнёр с электросетевой компанией — реальный поток проектов подключения для отладки.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38912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сейчас: за инженеров, которые проектируют сети, уже платят миллиарды — WSP купила POWER Engineers (4000 инженеров) за 1,78 млрд $. Гиганты только начали нанимать менеджеров по ИИ (Black &amp; Veatch, август 2026); стартапы ИИ-инжиниринга для дата-центров появились этим летом (Marengo, Vela — YC 2026). В проектировании подключения к сети — пусто. Окно — год-два.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94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Чего пока нет, и это сказано честно: пилотов в энергетическом проектировании. Их даёт первый этап. Первый найм — инженер-партнёр с лицензией на целевом рынке.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СКОЛЬКО, НА ЧТО, ЧТО ДАЛЬШЕ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Запрос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млн $ на 12 месяцев: продукт до пилота и первые оплаченные пакеты.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44824" cy="1874520"/>
          </a:xfrm>
          <a:prstGeom prst="roundRect">
            <a:avLst>
              <a:gd name="adj" fmla="val 878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ПЕРВЫЕ 8 НЕДЕЛЬ · 250 ТЫС. $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пилота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5468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реальных пакета на потоке партнёра: измеряем часы инженера до и после. Порог, ниже которого не идём дальше, — в полтора раза.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2064" y="2148840"/>
            <a:ext cx="3544824" cy="1874520"/>
          </a:xfrm>
          <a:prstGeom prst="roundRect">
            <a:avLst>
              <a:gd name="adj" fmla="val 878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6384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МЕСЯЦЫ 3–12 · 2,75 МЛН $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96384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 и первые клиенты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96384" y="315468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 до версии для инженерных фирм, нормы двух сетевых компаний в базе, две-три фирмы-клиента в Заливе или Индии, первые оплаченные пакеты.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5488" y="2148840"/>
            <a:ext cx="3544824" cy="1874520"/>
          </a:xfrm>
          <a:prstGeom prst="roundRect">
            <a:avLst>
              <a:gd name="adj" fmla="val 8780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9808" y="2377440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ЭТАП 2 · СЛЕДУЮЩИЙ РАУНД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697480"/>
            <a:ext cx="2996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Масштабирование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15468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Партнёрство или покупка инженерных фирм-клиентов: встроить продукт глубже и забирать не 10–20% гонорара, а весь. Ориентир — 20–30 млн $.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519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этап 2 — покупка фирм: продукт даёт долю гонорара, а фирма с продуктом внутри — весь гонорар и в полтора-два раза больше проектов. За такие фирмы стратеги платят по 445 тысяч $ за инженера (WSP → POWER). Это дистрибуция продукта, а не смена бизнеса.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12064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получает инвестор: долю в новой международной компании, которая владеет продуктом и будущими фирмами; условия обсуждаем отдельно. Следующий шаг — демонстрация концепта и договорённость о первых восьми неделях.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521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46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 250 тысяч — восемь недель. Если ИИ не даёт хотя бы полтора, вы узнаете это первым.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E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Константин Морошин · Океан Тех · sales@okeantech.ru · okeantech.ru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354312" y="320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ОКЕАН ТЕХ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046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ПРИЛОЖЕНИЕ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Откуда цифры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268712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лет / 61 месяц; 2061 ГВт — LBNL, Queued Up: 2026 Edition. 89% работодателей — DOE, U.S. Energy &amp; Employment Report 2025.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 подстанции 0,5–1,0 млн $ и доля инжиниринга ≈3% CAPEX — MISO Transmission Cost Estimation Guide. Цена продукта 10–20% гонорара — допущение до пилотов.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млрд $ контрактов КСА (2025) — trade.gov; 450 млн $ — оценка (3% от 15 млрд $). 30% местных инженеров — HRSD КСА № 103105. Спрос ДЦ 415 → 950 ТВт·ч — IEA.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1,78 млрд $ / 4000 сотрудников — WSP → POWER Engineers, 10.2024; 445 тыс. $ за инженера = 1,78 млрд / 4000. Black &amp; Veatch — вакансия 27.08.2026. Marengo, Vela — YC 2026.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проектов, 32 клиента, 64 сотрудника, 14 исследователей, 59% — корпоративная презентация Океан Тех (2026).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0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2 (20–30 млн $) — финмодель roll-up: пять фирм по 2,8 млн $, ИИ-команда 1,2 млн $/год, потребность ≈21 млн $.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2026-09-02T17:01:24Z</dcterms:created>
  <dcterms:modified xsi:type="dcterms:W3CDTF">2026-09-02T17:01:24Z</dcterms:modified>
</cp:coreProperties>
</file>