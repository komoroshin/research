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горячая тема года: дата-центры идут в собственную генерацию. Честно: это тяжёлый инжиниринг, оборудование в дефиците не меньше инженеров.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 Vernova: резервирования турбин принимаются на 2031, бэклог 116 ГВт (отчётность II кв. 2026). Не приписывать конкретные дата-центры без источника.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«уже работает». Конфигурация на экране — пример; сроки поставки — допущение.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Оборудование: тяжёлые турбины 30+ мес — по бэклогу GE Vernova; аэродеривативные быстрее — допущение, проверить у поставщиков.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гиперскейлеров. Цена — доля CAPEX проектирования, допущение.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Честный ответ на «вы строили электростанции?» — нет; поэтому первый найм — инженер-энергетик с лицензией, а стройка — у партнёра-EPC.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Честно: за 10 млн — прототип и один спроектированный объект; стройка за деньги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ЭНЕРГООСТРОВ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 без очереди.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ИИ-энергетик проектирует дата-центру собственную электростанцию — газ, батареи, солнце — и подключение к сети как резерв. Первый мегаватт через год, а не через пять.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отключаем дата-центры от очереди. Электричество — новая нефть, и мы бурим скважину прямо на площадке.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· прототип за 10 млн $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И ПОЧЕМУ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 ждёт сеть годами, а без электричества серверы — металлолом. Собственная генерация решает очередь, но каждый такой проект — уникальный, а инженеров-энергетиков на всех не хватает.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новый дата-центр в США; в очереди — 2061 ГВт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год, до которого расписаны газовые турбины GE Vernova: бэклог 116 ГВт — рынок уже пошёл в собственную генерацию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160+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недель ожидания трансформатора; 89% компаний, строящих сети, не могут найти инженеров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Собственная электростанция дата-центра — это одновременно энергетика, сеть, экология и закупки оборудования, у которого свои очереди. Сегодня это делают вручную, дорого и по-разному в каждом проекте; девелопер узнаёт реальный срок, когда деньги уже потрачены.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1663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спрос дата-центров на электричество удваивается к 2030 (IEA); турбины и трансформаторы расписаны на годы; за инженеров-энергетиков платят миллиарды (WSP → POWER Engineers, 1,78 млрд $). Тот, кто умеет спроектировать энергоостров под реальные сроки поставки, продаёт время.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ИИ-энергетик: площадка, нагрузка и срок на входе — конфигурация энергоострова, проект и план поставок на выходе.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8</a:t>
            </a:r>
            <a:endParaRPr lang="en-US" sz="900" dirty="0"/>
          </a:p>
        </p:txBody>
      </p:sp>
      <p:pic>
        <p:nvPicPr>
          <p:cNvPr id="7" name="Image 0" descr="/tmp/claude-0/-home-user/5ac64fc3-708b-5ba2-8575-a96a48f05f03/scratchpad/product/isl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6949440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0" y="20116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Конфигуратор энергоострова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591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Подбирает газ, батареи, солнце и резерв сети под профиль нагрузки, нормы страны и — главное — под реальные сроки поставки оборудования. Показывает, когда будет первый мегаватт.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3832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Проектировщик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7307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выбранной конфигурации до пакета проекта и разрешений под подпись инженера — за недели.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7548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ИИ-диспетчер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1023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пуска управляет островом: газ против батарей против сети по цене часа, продаёт излишки в сеть.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схема и данные условные.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оборудование в дефиците так же, как инженеры, — поэтому проектируем под то, что реально поставят.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нагрузки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Мощность, график, требования к резерву и выбросам, что есть на площадке: газ, сеть, земля.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 острова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Перебирает конфигурации с учётом очередей на турбины и трансформаторы; выбирает по сроку до энергии.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проекта и разрешения под подпись инженера; параллельно — заявка в сеть на резерв.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 партнёром-EPC под нашим надзором; ИИ-диспетчер управляет островом после пуска.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Тех: агенты решают атомарные задачи (баланс мощности, подбор оборудования по срокам, расчёт, чертёж, проверка нормы), оркестрация собирает конфигурацию, память хранит нормы стран и базу сроков поставки.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 о границах: мы не строим и не покупаем турбины. Мы проектируем и управляем; железо и стройка — у партнёров и за деньги клиента. Срок 14 месяцев на экране — допущение до первого проекта.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Платят те, у кого серверы куплены, а розетки нет: девелоперы и операторы дата-центров, EPC-подрядчики, владельцы площадок.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Девелоперы дата-центров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конфигурацию и проект энергоострова — доля от стоимости стройки (проектирование ≈3% CAPEX). Месяц простоя дороже любого проекта.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EPC-подрядчики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проектировщик и план поставок: их узкое место — инженеры-энергетики и сроки оборудования.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ИИ-диспетчер по подписке после пуска: газ, батареи, сеть и продажа излишков — каждый час.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Рынок: спрос дата-центров на электричество удваивается к 2030; только в Саудовской Аравии — 15 млрд $ контрактов на сети и подстанции за год. Каждый крупный дата-центр без собственной генерации — потенциальный проект.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первым — там есть газ, там строят больше всего, и туда пускают команду из России. США и Европа — позже и через партнёров.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— допущения до пилотов. Источники — на последнем слайде.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Стек, команда и полигон уже есть. Пилотов в энергетике нет — на них и идёт первый транш.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подключения. Партнёрская сеть — полигон для отладки расчётов подключения и резерва.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турбины расписаны до 2031, трансформаторы — на три года вперёд; гиганты только начали нанимать менеджеров по ИИ (Black &amp; Veatch, август 2026); стартапы ИИ-инжиниринга для дата-центров появились этим летом (Marengo, Vela — YC 2026). Никто не проектирует энергоострова под реальные очереди на железо.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 — тем же методом будем проверять каждый шаг прототипа.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млн $ на прототип за 18 месяцев — конфигуратор, проектировщик, первый спроектированный энергоостров.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МЕС · 1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Конфигуратор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сроков поставки оборудования и норм двух стран; конфигуратор на реальных профилях нагрузки; два расчёта для реальных площадок.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ДО 12 МЕС · 3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Проектировщик и пилот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проекта до подписи инженера-партнёра; первый оплаченный проект энергоострова для девелопера; заявка в сеть на резерв.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ДО 18 МЕС · 6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 и диспетчер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Надзор за стройкой первого острова партнёром-EPC; ИИ-диспетчер на первом объекте; вторая страна.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(следующий раунд, ориентир 20–30 млн $): инженерные фирмы с ИИ внутри — партнёрство или покупка, чтобы забирать весь проектный гонорар, а не долю. За такие фирмы стратеги платят по 445 тыс. $ за инженера (WSP → POWER).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компании; условия обсуждаем отдельно. Следующий шаг — демонстрация концепта и договорённость о первом транше.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064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после первого транша — конфигурация, которую подтвердит поставщик оборудования и инженер с лицензией. Если нет, вы узнаете это первым.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 Трансформаторы 128–160 недель — Data Center Knowledge,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 (3%, доля инжиниринга по MISO). 1343 подстанции, ~100 в год — отчётность Saudi Electricity. 30% местных инженеров — HRSD КСА № 103105.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4000. Спрос дата-центров 415 → 950 ТВт·ч — IEA.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 Цены, сроки и конфигурации прототипа — допущения.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— бэклог 116 ГВт, резервирования на 2031 (отчётность II кв. 2026). Marengo, Vela — YC 2026. Сроки поставки турбин по типам — допущение, проверить у поставщиков.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2026-09-02T17:58:47Z</dcterms:created>
  <dcterms:modified xsi:type="dcterms:W3CDTF">2026-09-02T17:58:47Z</dcterms:modified>
</cp:coreProperties>
</file>