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Проверено 02.09.2026 (ic16-1…3): тренд реален (25–36% новых мощностей ЦОД США до 2030 — BTM), но работает ~2 ГВт из ~90 заявленных; «за год» не защищается — 24–36 мес без зарезервированных слотов. Форма — мост, не остров.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— ic16-1 (Cleanview, Enverus, BNEF, проекты xAI/Crusoe/Oracle/Microsoft), ic16-2 (бэклоги GE Vernova 116 ГВт, Siemens 69, Mitsubishi 35; Wärtsilä слоты 2027–2028).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говорить «уже работает». Конфигурация на экране — пример; сроки поставки — допущение.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ic16-2: GE Vernova слоты на 2031, аэродеривативы 2–3 года, Wärtsilä слоты 2027–2028, Cat бэклог 72 млрд $, трансформатор ВН 128–144 недели, Bloom 55–90 дней на площадке.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ic16-3: газ КСА 2,15 → ~2,4–2,6 $/MMBtu (2026); тариф SEC для ЦОД 4,8 ¢/кВтч; своя генерация ≈5–6,5 ¢ (допущение) — выигрыш только по времени. Corporate PPA/wheeling в Заливе запрещены.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ответ на «вы строили электростанции?» — нет; поэтому первый найм — инженер-энергетик с лицензией, а стройка — у партнёра-EPC.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за 10 млн — прототип и один спроектированный объект; стройка за деньги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 · МОСТ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 без очереди.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ИИ-энергетик проектирует дата-центру мост: собственная генерация на железе, которое реально поставят, — газопоршневые модули, топливные элементы, батареи, солнце — пока сеть стоит в очереди. Первый мегаватт через два года, а не через пять.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ждём сеть — мы строим мост. Электричество — новая нефть, и мы бурим скважину прямо на площадке.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Персидский залив · прототип за 10 млн $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КАКАЯ БОЛЬ И ПОЧЕМУ СЕЙЧАС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Проблема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Дата-центр ждёт сеть годами, а без электричества серверы — металлолом. Рынок уже пошёл в собственную генерацию — но из заявленных гигаватт работают единицы: упёрлись в железо, газ и разрешения.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 подключения новый дата-центр в США; в очереди — 2061 ГВт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2064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2104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из 90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гигаватт: столько собственной генерации ЦОД в США реально работает из заявленных (Cleanview, 2026). Тяжёлые турбины расписаны до 2031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5488" y="2148840"/>
            <a:ext cx="3544824" cy="1965960"/>
          </a:xfrm>
          <a:prstGeom prst="roundRect">
            <a:avLst>
              <a:gd name="adj" fmla="val 8372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5528" y="242316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25–36%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329184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новых мощностей дата-центров США до 2030 планируются с собственной генерацией (Enverus, BNEF). Oracle, Microsoft, Meta, xAI уже законтрактовали гигаватты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9768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электростанция — это сразу энергетика, сеть, экология, газ и закупки оборудования, у которого свои очереди: тяжёлые турбины — 2031, аэродеривативы — 2–3 года, поршневые — слоты 2027–2028. Кто ставит турбины без разрешений, получает иски (xAI — в двух штатах). Девелопер узнаёт реальный срок, когда деньги уже потрачены.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6636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спрос дата-центров на электричество удваивается к 2030 (IEA); гигаваттные контракты на собственную генерацию подписаны в 2025–2026, а свободные слоты на железо тают. ИИ-конфигуратора, который собирает мост под то, что реально поставят, на рынке нет — ближайшие стартапы (GridFree AI, CleanAI) только на seed-стадии. Тот, кто честно считает срок, продаёт время.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Продукт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ИИ-энергетик: площадка, нагрузка и срок на входе — конфигурация моста под доступное железо, газовая аллокация, проект и план поставок на выходе.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900" dirty="0"/>
          </a:p>
        </p:txBody>
      </p:sp>
      <p:pic>
        <p:nvPicPr>
          <p:cNvPr id="7" name="Image 0" descr="/tmp/claude-0/-home-user/5ac64fc3-708b-5ba2-8575-a96a48f05f03/scratchpad/product/isl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6949440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0" y="20116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Конфигуратор моста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3591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Подбирает поршневые модули, топливные элементы, батареи и солнце под профиль нагрузки, нормы страны и реальные слоты поставки. Сеть — как база, мост — пока сеть в очереди. Показывает честный срок.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3832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Проектировщик и разрешения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7307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конфигурации до пакета проекта, заявки на газ и разрешений под подпись инженера — за недели. Без турбин «сначала поставим, потом оформим».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7548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ИИ-диспетчер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5102352"/>
            <a:ext cx="3867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пуска управляет островом: газ против батарей против сети по цене часа, продаёт излишки в сеть.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экране — концепт интерфейса, схема и данные условные.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ПРИНЦИП, ТЕХНОЛОГИЯ,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оборудование, газ и разрешения в дефиците так же, как инженеры, — поэтому проектируем под то, что реально поставят, и подаём заявки в день ноль.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нагрузки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Мощность, график, требования к резерву и выбросам, что есть на площадке: газ, сеть, земля.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моста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Перебирает конфигурации по слотам у производителей (поршни 2027–28, топливные элементы — месяцы) и очередям на трансформаторы; выбирает по сроку до энергии.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и заявки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проекта, заявка на аллокацию газа, разрешения по выбросам — под подпись инженера; параллельно заявка в сеть.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2103120"/>
          </a:xfrm>
          <a:prstGeom prst="roundRect">
            <a:avLst>
              <a:gd name="adj" fmla="val 7826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Стройка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Стройка партнёром-EPC под нашим надзором; ИИ-диспетчер управляет островом после пуска.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— мультиагентный фреймворк Океан Тех: агенты решают атомарные задачи (баланс мощности, подбор оборудования по срокам, расчёт, чертёж, проверка нормы), оркестрация собирает конфигурацию, память хранит нормы стран и базу сроков поставки.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 о границах: без заранее зарезервированных слотов срок — 24–36 месяцев, не год; 90 дней умеет только Bloom, но по 3–4 тыс. $/кВт и с 2,8 ГВт Oracle в очереди. Мы не строим и не покупаем железо — проектируем, ведём заявки и управляем; стройка у партнёров и за деньги клиента.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КЛИЕНТ, ЦЕНА, РЫНОК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Кому и почём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Платят те, у кого серверы куплены, а розетки нет: девелоперы и операторы дата-центров, EPC-подрядчики, владельцы площадок.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Девелоперы дата-центров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конфигурацию и проект энергоострова — доля от стоимости стройки (проектирование ≈3% CAPEX). Месяц простоя дороже любого проекта.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EPC-подрядчики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проектировщик и план поставок: их узкое место — инженеры-энергетики и сроки оборудования.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920240"/>
          </a:xfrm>
          <a:prstGeom prst="roundRect">
            <a:avLst>
              <a:gd name="adj" fmla="val 8571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ИИ-диспетчер по подписке после пуска: газ, батареи, сеть и продажа излишков — каждый час.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Рынок: 25–36% новых мощностей ЦОД США до 2030 — с собственной генерацией (Enverus: 31,6 ГВт генерации, из них 29,6 — газ); в Заливе ЦОД строят гибриды — сеть плюс солнце, батареи и газовый резерв (DataVolt/NEOM 1,5 ГВт, Khazna). Продаём не киловатт-часы дешевле, а месяцы раньше: на регулируемом газе Залива своя генерация лишь равна тарифу сети.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Персидский залив — своя генерация законна (лицензия SERA в КСА, Self-Supply Licence в Абу-Даби), ворота — аллокация газа Минэнерго/Aramco; там строят больше всего, и туда пускают команду из России. США — самый большой рынок, но позже и через партнёров.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— допущения до пилотов. Источники — на последнем слайде.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КОМАНДА, СТЕК, ОКНО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Почему мы — и почему сейчас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Стек, команда и полигон уже есть. Пилотов в энергетике нет — на них и идёт первый транш.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Дмитрий Пеньков — генеральный директор и основатель; Константин Морошин — глава Центра исследований, 10+ лет продаж ИТ в энтерпрайзе; Сергей Ковалёв — управляющий партнёр, ИИ и Web3. Партнёр с электросетевой компанией — реальный поток проектов подключения. Партнёрская сеть — полигон для отладки расчётов подключения и резерва.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слоты на железо тают (Wärtsilä — переговоры уходят в 2029), гиганты только начали нанимать менеджеров по ИИ (Black &amp; Veatch, август 2026), ИИ-конфигураторы собственной генерации — на seed-стадии (GridFree AI 5 млн $, CleanAI). Никто не проектирует мост под реальные очереди на железо, газ и разрешения.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Прежде чем прийти с этой идеей, мы проверили и отбросили десять других — тем же методом будем проверять каждый шаг прототипа.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СКОЛЬКО, НА ЧТО, ЧТО ДАЛЬШЕ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млн $ на прототип за 18 месяцев — конфигуратор под реальные слоты, проектировщик, первый спроектированный мост.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1 · 3 МЕС · 1 МЛН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Конфигуратор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сроков поставки оборудования и норм двух стран; конфигуратор на реальных профилях нагрузки; два расчёта для реальных площадок.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2 · ДО 12 МЕС · 3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Проектировщик и пилот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проекта до подписи инженера-партнёра; первый оплаченный проект моста для девелопера; заявки на газ и в сеть поданы.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11680"/>
          </a:xfrm>
          <a:prstGeom prst="roundRect">
            <a:avLst>
              <a:gd name="adj" fmla="val 8182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ТРАНШ 3 · ДО 18 МЕС · 6 МЛН $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Стройка и диспетчер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Надзор за стройкой первого моста партнёром-EPC; ИИ-диспетчер на первом объекте; вторая страна.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891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(следующий раунд, ориентир 20–30 млн $): инженерные фирмы с ИИ внутри — партнёрство или покупка, чтобы забирать весь проектный гонорар, а не долю. За такие фирмы стратеги платят по 445 тыс. $ за инженера (WSP → POWER).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компании; условия обсуждаем отдельно. Следующий шаг — демонстрация концепта и договорённость о первом транше.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после первого транша — конфигурация, под которую производитель подтвердил слот, а инженер с лицензией — проект. Если нет, вы узнаете это первым.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 Трансформаторы 128–160 недель — Data Center Knowledge,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(2025) — trade.gov; 450 млн $ — оценка (3%, доля инжиниринга по MISO). 1343 подстанции, ~100 в год — отчётность Saudi Electricity. 30% местных инженеров — HRSD КСА № 103105.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445 тыс. $ за инженера = 1,78 млрд / 4000. Спрос дата-центров 415 → 950 ТВт·ч — IEA. Black &amp; Veatch — вакансия 27.08.2026.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 — корпоративная презентация Океан Тех (2026). Цены, сроки и конфигурации прототипа — допущения.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Cleanview 2026: ~2 ГВт работает из ~90 заявленных; Enverus 11.08.2026: 22,5 ГВт BTM-спроса 2026–2030 (~36%); BNEF 18.08.2026: 126 ГВт заявлено. GE Vernova — 116 ГВт, слоты на 2031; Siemens 69 ГВт; Wärtsilä — слоты 2027–2028; Bloom — 55–90 дней, Oracle до 2,8 ГВт. КСА: SERA лицензия, газ 2,15 $/MMBtu (2025), тариф SEC для ЦОД 18 халал; DoE Abu Dhabi Self-Supply Licence (Khazna). Отчёты ic16-1…3.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2026-09-02T21:06:07Z</dcterms:created>
  <dcterms:modified xsi:type="dcterms:W3CDTF">2026-09-02T21:06:07Z</dcterms:modified>
</cp:coreProperties>
</file>