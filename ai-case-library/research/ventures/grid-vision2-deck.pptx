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Амбиция первым слайдом. Всё, что дальше — прототип за 10 млн, честно названный прототипом. Конверсия в реалистичное (фирмы с моделью внутри) — этап 2 на слайде «Запрос».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Карты свободной мощности в Британии — network capacity / heat maps у DNO (UKPN, SSEN и др.). В Заливе публичных нет — по нашему поиску; формулировать «мы не нашли», если спросят.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Говорить: «так выглядит первый экран модели; данные для одной страны собираем в первые месяцы». Emerald AI — категория гибкого подключения, не наш прямой аналог.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 Океан Тех. Данные полигона партнёра — отдельный контур; в модель для Залива не переносятся напрямую, используются для отладки метода.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называть гиперскейлеров. Сетевые компании — клиент этапа 2, не обещать контракт с SEC.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«уникальная технология». На вопрос «а сеть не опубликует карту сама?» — «может; поэтому ров не в карте, а в модели, проектах и роботах, которые её кормят».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Честно: за 10 млн — прототип, не бизнес. Бизнес — этап 2. Транши защищают обе стороны; после транша 1 есть измеримый порог.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ОКЕАН ГРИД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ИИ, который видит электросеть.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подключить 100 мегаватт за год, а не за пять — и как это спроектировать, построить и обслуживать. Модель сети как физического объекта: данные собирают наши проекты и наши роботы.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 для мегаватт. Электричество — новая нефть эпохи ИИ, и мы делаем карту месторождений.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· прототип за 10 млн $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КАКАЯ БОЛЬ И ПОЧЕМУ СЕЙЧАС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Проблема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Мир строит искусственный интеллект и упирается в розетку. А сеть никто не видит целиком: где есть свободная мощность, знают только внутри сетевой компании — и то не всегда.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ждёт подключения новый дата-центр в США; в очереди — 2061 ГВт, больше действующей генерации страны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22064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2104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642104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компаний, которые строят сети, не могут найти инженеров — проект ждёт своей очереди у самого инженера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5488" y="2148840"/>
            <a:ext cx="3544824" cy="1965960"/>
          </a:xfrm>
          <a:prstGeom prst="roundRect">
            <a:avLst>
              <a:gd name="adj" fmla="val 8372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5528" y="2423160"/>
            <a:ext cx="2904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415528" y="3291840"/>
            <a:ext cx="290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публичных карт свободной мощности в Заливе. В Британии сети такие карты публикуют; там, где строят больше всего, их нет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9768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выбирает площадку вслепую, потом год ждёт ответа сети, потом месяцы согласовывает проект. Каждый шаг — отдельная контора, отдельная очередь, отдельная бумага. Никто не отвечает за путь от «мне нужно 100 МВт» до «подключено».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1663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платят миллиарды (WSP → POWER Engineers, 1,78 млрд $); гибкое подключение дата-центров рынок оценил в 1,05 млрд $ (Emerald AI, август 2026); Китай покупает 8500 роботов для подстанций в год. Куски есть у всех. Модели сети — ни у кого.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модель сети — три лица. Первое, которое видит клиент: карта свободных мегаватт.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8</a:t>
            </a:r>
            <a:endParaRPr lang="en-US" sz="900" dirty="0"/>
          </a:p>
        </p:txBody>
      </p:sp>
      <p:pic>
        <p:nvPicPr>
          <p:cNvPr id="7" name="Image 0" descr="/tmp/claude-0/-home-user/5ac64fc3-708b-5ba2-8575-a96a48f05f03/scratchpad/product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6949440" cy="4069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772400" y="20116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свободных мегаватт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591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 задаёт мощность, регион и срок — модель показывает точки подключения с оценкой срока. Не список подстанций, а ответ на вопрос «где».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3832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ИИ-проектировщик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7307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выбранной точки — до пакета проекта под подпись инженера за недели: схема, расчёты, спецификация, проверка по нормам сети.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754880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 как сенсоры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02352"/>
            <a:ext cx="3867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Роботы-инспекторы на подстанциях, которые мы спроектировали и приняли, возвращают в модель реальное состояние сети.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схема и данные условные. Модель строится на открытых данных сетей и регуляторов, потоке проектов партнёра и наших пакетах.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сети собирается из четырёх потоков данных и отвечает на три вопроса: где, как, в каком состоянии.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ДАННЫЕ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Открытые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Реестры подстанций и линий, планы сетей, решения регуляторов, спутниковые снимки. В КСА — 1343 подстанции.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ДАННЫЕ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Полигон партнёра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поток проектов подключения у сетевой компании: как сеть отвечает, что возвращает, сколько ждёт.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ДАННЫЕ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Наши проекты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прошедший сеть пакет — размеченный пример: нормы, замечания, сроки. Модель учится на своей работе.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2103120"/>
          </a:xfrm>
          <a:prstGeom prst="roundRect">
            <a:avLst>
              <a:gd name="adj" fmla="val 782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ДАННЫЕ 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Инспекция подстанций квадропедами (DEEP Robotics): фактическое состояние оборудования вместо бумажного.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агенты решают атомарные задачи (топология, свободная мощность, расчёт, чертёж, проверка нормы), оркестрация собирает ответ, многоуровневая память хранит нормы сетей и историю проектов. Ответ «где» — за минуты, пакет «как» — за недели, «в каком состоянии» — с каждым обходом робота.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4068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 о границах: очередь, проверки сети и трансформаторы модель не ускоряет. Она убирает слепой выбор площадки и месяцы согласований — то, что клиент может ускорить деньгами.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РЫНОК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Платят те, для кого мегаватты — узкое место: девелоперы дата-центров и электростанций, инженерные компании, сетевые компании.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Девелоперы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Дата-центры, солнечные и ветровые станции, накопители. Платят за ответ «где» (подписка на карту) и за пакет «как» (за проект). Месяц простоя дата-центра дороже всего проекта.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компании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Небольшие фирмы с лицензией, у которых заказов больше, чем рук. Платят долю проектного гонорара за ИИ-проектировщик — 50–150 тыс. $ за пакет подстанции.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920240"/>
          </a:xfrm>
          <a:prstGeom prst="roundRect">
            <a:avLst>
              <a:gd name="adj" fmla="val 8571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Сетевые компании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их собственной сети и роботы на подстанциях: инспекция и планирование. Самый долгий цикл продаж — и самый большой чек.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9768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Рынок: только в Саудовской Аравии — 15 млрд $ контрактов на сети и подстанции за год, порядка 450 млн $ из них — проектирование; National Grid строит 130 подстанций до 2031. Спрос дата-центров на электричество удваивается к 2030. Категорию «умное подключение» рынок уже оценил в 1,05 млрд $.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первым — там строят больше всего, инженеров не хватает (закон требует 30% местных), публичных карт мощности нет, и туда пускают команду из России. США и Европа — позже и через партнёров.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Цены — допущения до пилотов; 450 млн $ — оценка (3% от 15 млрд $). Источники — на последнем слайде.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Стек, команда и полигон уже есть. Пилотов в энергетике нет — на них и идёт первый транш.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подключения. Доступ к команде геодезистов для первого поля.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гиганты только начали нанимать менеджеров по ИИ (Black &amp; Veatch, август 2026); стартапы ИИ-инжиниринга для дата-центров появились этим летом (Marengo, Vela — YC 2026); Китай роботизирует сети (State Grid: 8500 роботов в 2026). Все строят куски. Первый, кто соберёт модель сети целиком, станет тем, у кого спрашивают «где».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Прежде чем прийти с этой идеей, мы проверили и отбросили десять других — тем же методом будем проверять каждый шаг прототипа.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млн $ на прототип за 18 месяцев — модель одной страны, карта, проектировщик, первые роботы.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1 · 3 МЕС · 1 МЛН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на открытых данных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топологии и свободной мощности для одной страны на открытых данных; первый экран карты; два пилотных пакета на потоке партнёра — измеряем часы инженера.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2 · ДО 12 МЕС · 3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и проектировщик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Проектировщик до пилота с двумя инженерными фирмами; нормы двух сетевых компаний; первые оплаченные ответы «где» и пакеты «как».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11680"/>
          </a:xfrm>
          <a:prstGeom prst="roundRect">
            <a:avLst>
              <a:gd name="adj" fmla="val 8182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ТРАНШ 3 · ДО 18 МЕС · 6 МЛН $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Роботы и вторая страна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роботов на полигоне и первой подстанции; модель второй страны; первые клиенты-девелоперы.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3891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(следующий раунд, ориентир 20–30 млн $): инженерные фирмы с моделью внутри — партнёрство или покупка, чтобы забирать не долю гонорара, а весь. За такие фирмы стратеги платят по 445 тыс. $ за инженера (WSP → POWER). Модель остаётся ядром, фирмы — её руками.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25780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моделью и будущими фирмами; условия обсуждаем отдельно. Следующий шаг — демонстрация концепта карты и договорённость о первом транше.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94360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после первого транша — полтора раза по часам инженера. Если модель не даёт, вы узнаете это первым.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Карты свободной мощности в Британии — публичные network capacity maps сетевых компаний (UKPN, SSEN и др.); в Заливе публичных карт по нашему поиску нет.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1343 подстанции — отчётность Saudi Electricity, Q1 2026. 15 млрд $ контрактов КСА (2025) — trade.gov; 450 млн $ — оценка (3%, доля инжиниринга по MISO). 30% местных инженеров — HRSD КСА № 103105.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4000. Emerald AI — 1,05 млрд $, 25.08.2026. State Grid — 8500 роботов (Caixin, SCMP); DEEP Robotics — проспект IPO.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Спрос дата-центров 415 → 950 ТВт·ч к 2030 — IEA. Black &amp; Veatch — вакансия 27.08.2026. Marengo, Vela — YC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 Цены и сроки прототипа — допущения.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2026-09-02T17:45:19Z</dcterms:created>
  <dcterms:modified xsi:type="dcterms:W3CDTF">2026-09-02T17:45:19Z</dcterms:modified>
</cp:coreProperties>
</file>