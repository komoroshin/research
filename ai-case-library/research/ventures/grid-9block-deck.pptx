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 Про плоскую маржу сектора (SPI/Kantata 2026): в том же отчёте маржа проекта выросла с 35,9% до 37,7%, а утилизация упала до 66,4% — исторический минимум. Фирмы стали делать проекты дешевле, но не продали освободившиеся часы. То есть выигрыш на поставке есть, а в EBITDA он не доходит из-за спроса. Плюс замер запаздывающий. Поэтому меряем часы на типовой пакет у себя на пилотах, а не ждём отраслевой статистики. Сверка с паспортом роллапа: SPI/Kantata 2026 — маржа сектора 9,8 → 9,9% при росте доли ИИ-проектов с 19 до 27%; базовая ставка при покупке малых сервисных фирм — минус 6 п.п. (Yale SOM). Поэтому 24% — цель, а порог ×1,5 после пилотов — единственная её проверка.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 за группу на 4000 человек. Паспорт роллапа: малые фирмы стоят 5,4–7,5× EBITDA, двузначный мультипликатор начинается с выручки 75–100 млн $; покупатель-фонд платит 10,75×, стратег — 7,34×.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Консолидаторы уже есть (Trilon — 19 покупок, Qualus — выход по 14,9×); наше отличие — Залив и Индия, куда они не идут, и ИИ как инструмент инженера (модель NV5: бренды и автономия фирм сохраняются). Группа на 20–40 млн $ уходит по 6–8×; двузначный мультипликатор — с выручки 75–100 млн $.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EAF9C2"/>
          </a:solidFill>
          <a:ln w="12700">
            <a:solidFill>
              <a:srgbClr val="EAF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ИИ-софт (Bentley), данные о подключении (Enverus → Pearl Street), ИИ-стартапы для дата-центров (Marengo, Vela — YC 2026; ThinkLabs — 28 млн $) и консолидаторы, которые уже покупают фирмы по подключению: E Source → CF Power, Littlejohn + GDS, Qualus (продан по 14,9×). Никто из них не идёт в Залив и Индию.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инженера за 70 тысяч $. Крупных покупают по 445 — разрыв реален, но платят его за масштаб, не за ИИ.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продажа. Покупатель — фонды, которые собирают такие группы (Trilon, Verdantas, E Source, Qualus → Clearlake): они платят больше стратегов, 10,8× против 7,3× прибыли.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0" name="Image 0" descr="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5" name="Image 1" descr="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30" name="Image 2" descr="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2026-09-02T22:37:30Z</dcterms:created>
  <dcterms:modified xsi:type="dcterms:W3CDTF">2026-09-02T22:37:30Z</dcterms:modified>
</cp:coreProperties>
</file>