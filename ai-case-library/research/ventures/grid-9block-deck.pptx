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ставкам, направление рынка, не наш мультипликатор.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Первый, кто соберёт группу с ИИ внутри, станет консолидатором.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oundRect">
            <a:avLst>
              <a:gd name="adj" fmla="val 9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oundRect">
            <a:avLst>
              <a:gd name="adj" fmla="val 9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Индия: там строят больше всего, инженеров не хватает так же (Саудовская Аравия законом требует 30% местных инженеров), стоят они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oundRect">
            <a:avLst>
              <a:gd name="adj" fmla="val 973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oundRect">
            <a:avLst>
              <a:gd name="adj" fmla="val 9730"/>
            </a:avLst>
          </a:prstGeom>
          <a:solidFill>
            <a:srgbClr val="EAF9C2"/>
          </a:solidFill>
          <a:ln w="12700">
            <a:solidFill>
              <a:srgbClr val="EAF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после оплаты ИИ-команды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инженерный софт с ИИ-помощниками (Bentley), платформы данных о подключении (Enverus, купивший Pearl Street), стартапы ИИ-инжиниринга для дата-центров (Marengo, Vela — YC 2026; ThinkLabs — 28 млн $) и собственные ИИ-программы гигантов (Black &amp; Veatch). В подключении к сети с покупкой фирм — пусто.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Собираем группу по 70 тысяч $ за инженера — стратеги покупают такие группы по 445.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 стратегу, который уже платит за инженеров миллиарды: WSP, Stantec, Cyient.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20" name="Image 0" descr="/tmp/claude-0/-home-user/5ac64fc3-708b-5ba2-8575-a96a48f05f03/scratchpad/okean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25" name="Image 1" descr="/tmp/claude-0/-home-user/5ac64fc3-708b-5ba2-8575-a96a48f05f03/scratchpad/okean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30" name="Image 2" descr="/tmp/claude-0/-home-user/5ac64fc3-708b-5ba2-8575-a96a48f05f03/scratchpad/okean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2026-09-02T13:20:47Z</dcterms:created>
  <dcterms:modified xsi:type="dcterms:W3CDTF">2026-09-02T13:20:47Z</dcterms:modified>
</cp:coreProperties>
</file>